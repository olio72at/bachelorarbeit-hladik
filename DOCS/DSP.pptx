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C5FD612-D6DC-48A9-BD79-6BB13ADE37A2}" v="143" dt="2025-10-29T13:09:42.43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144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11" Type="http://schemas.microsoft.com/office/2015/10/relationships/revisionInfo" Target="revisionInfo.xml"/><Relationship Id="rId5" Type="http://schemas.openxmlformats.org/officeDocument/2006/relationships/slide" Target="slides/slide4.xml"/><Relationship Id="rId10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Oliver Hladik" userId="65a9a0d4-2e22-4c03-965b-d66df2ea63ce" providerId="ADAL" clId="{DA91EA91-BC7C-44EE-8B0A-4C040B3C5483}"/>
    <pc:docChg chg="custSel addSld modSld">
      <pc:chgData name="Oliver Hladik" userId="65a9a0d4-2e22-4c03-965b-d66df2ea63ce" providerId="ADAL" clId="{DA91EA91-BC7C-44EE-8B0A-4C040B3C5483}" dt="2025-10-29T13:11:19.018" v="807" actId="1076"/>
      <pc:docMkLst>
        <pc:docMk/>
      </pc:docMkLst>
      <pc:sldChg chg="addSp delSp modSp new mod">
        <pc:chgData name="Oliver Hladik" userId="65a9a0d4-2e22-4c03-965b-d66df2ea63ce" providerId="ADAL" clId="{DA91EA91-BC7C-44EE-8B0A-4C040B3C5483}" dt="2025-10-29T10:43:27.362" v="300"/>
        <pc:sldMkLst>
          <pc:docMk/>
          <pc:sldMk cId="3971875841" sldId="257"/>
        </pc:sldMkLst>
        <pc:spChg chg="del">
          <ac:chgData name="Oliver Hladik" userId="65a9a0d4-2e22-4c03-965b-d66df2ea63ce" providerId="ADAL" clId="{DA91EA91-BC7C-44EE-8B0A-4C040B3C5483}" dt="2025-10-29T09:06:26.624" v="1" actId="478"/>
          <ac:spMkLst>
            <pc:docMk/>
            <pc:sldMk cId="3971875841" sldId="257"/>
            <ac:spMk id="2" creationId="{7B18FDD1-433F-39F8-F5F2-93B015726803}"/>
          </ac:spMkLst>
        </pc:spChg>
        <pc:spChg chg="add mod">
          <ac:chgData name="Oliver Hladik" userId="65a9a0d4-2e22-4c03-965b-d66df2ea63ce" providerId="ADAL" clId="{DA91EA91-BC7C-44EE-8B0A-4C040B3C5483}" dt="2025-10-29T10:21:33.790" v="126" actId="1582"/>
          <ac:spMkLst>
            <pc:docMk/>
            <pc:sldMk cId="3971875841" sldId="257"/>
            <ac:spMk id="2" creationId="{B8A52349-1B89-5B88-D4A9-22977794F3CF}"/>
          </ac:spMkLst>
        </pc:spChg>
        <pc:spChg chg="add mod">
          <ac:chgData name="Oliver Hladik" userId="65a9a0d4-2e22-4c03-965b-d66df2ea63ce" providerId="ADAL" clId="{DA91EA91-BC7C-44EE-8B0A-4C040B3C5483}" dt="2025-10-29T10:13:30.412" v="28" actId="1076"/>
          <ac:spMkLst>
            <pc:docMk/>
            <pc:sldMk cId="3971875841" sldId="257"/>
            <ac:spMk id="3" creationId="{57682F47-676F-25CB-CC4A-1E009BCF3189}"/>
          </ac:spMkLst>
        </pc:spChg>
        <pc:spChg chg="del">
          <ac:chgData name="Oliver Hladik" userId="65a9a0d4-2e22-4c03-965b-d66df2ea63ce" providerId="ADAL" clId="{DA91EA91-BC7C-44EE-8B0A-4C040B3C5483}" dt="2025-10-29T09:06:30.694" v="2" actId="478"/>
          <ac:spMkLst>
            <pc:docMk/>
            <pc:sldMk cId="3971875841" sldId="257"/>
            <ac:spMk id="3" creationId="{E8A8C18C-878F-8404-6960-53F99E10899A}"/>
          </ac:spMkLst>
        </pc:spChg>
        <pc:spChg chg="add mod">
          <ac:chgData name="Oliver Hladik" userId="65a9a0d4-2e22-4c03-965b-d66df2ea63ce" providerId="ADAL" clId="{DA91EA91-BC7C-44EE-8B0A-4C040B3C5483}" dt="2025-10-29T10:18:46.278" v="105" actId="20577"/>
          <ac:spMkLst>
            <pc:docMk/>
            <pc:sldMk cId="3971875841" sldId="257"/>
            <ac:spMk id="4" creationId="{BC1BB8C1-2CD8-3AC8-D35A-C5326FE42D42}"/>
          </ac:spMkLst>
        </pc:spChg>
        <pc:spChg chg="add mod">
          <ac:chgData name="Oliver Hladik" userId="65a9a0d4-2e22-4c03-965b-d66df2ea63ce" providerId="ADAL" clId="{DA91EA91-BC7C-44EE-8B0A-4C040B3C5483}" dt="2025-10-29T10:14:31.660" v="35" actId="1076"/>
          <ac:spMkLst>
            <pc:docMk/>
            <pc:sldMk cId="3971875841" sldId="257"/>
            <ac:spMk id="8" creationId="{28543437-D70F-37CE-5C0B-A7909C4F27B1}"/>
          </ac:spMkLst>
        </pc:spChg>
        <pc:spChg chg="add mod">
          <ac:chgData name="Oliver Hladik" userId="65a9a0d4-2e22-4c03-965b-d66df2ea63ce" providerId="ADAL" clId="{DA91EA91-BC7C-44EE-8B0A-4C040B3C5483}" dt="2025-10-29T10:14:50.752" v="39" actId="20577"/>
          <ac:spMkLst>
            <pc:docMk/>
            <pc:sldMk cId="3971875841" sldId="257"/>
            <ac:spMk id="9" creationId="{F805271E-DD31-46E5-139A-03A040622097}"/>
          </ac:spMkLst>
        </pc:spChg>
        <pc:spChg chg="add mod">
          <ac:chgData name="Oliver Hladik" userId="65a9a0d4-2e22-4c03-965b-d66df2ea63ce" providerId="ADAL" clId="{DA91EA91-BC7C-44EE-8B0A-4C040B3C5483}" dt="2025-10-29T10:43:17.779" v="297" actId="1076"/>
          <ac:spMkLst>
            <pc:docMk/>
            <pc:sldMk cId="3971875841" sldId="257"/>
            <ac:spMk id="10" creationId="{90C282B7-5AC1-F26E-34B5-B707CAB7B3ED}"/>
          </ac:spMkLst>
        </pc:spChg>
        <pc:spChg chg="add mod">
          <ac:chgData name="Oliver Hladik" userId="65a9a0d4-2e22-4c03-965b-d66df2ea63ce" providerId="ADAL" clId="{DA91EA91-BC7C-44EE-8B0A-4C040B3C5483}" dt="2025-10-29T10:20:41.398" v="125" actId="20577"/>
          <ac:spMkLst>
            <pc:docMk/>
            <pc:sldMk cId="3971875841" sldId="257"/>
            <ac:spMk id="17" creationId="{324FADB6-C294-109E-6153-64A92F04CB0B}"/>
          </ac:spMkLst>
        </pc:spChg>
        <pc:spChg chg="add mod">
          <ac:chgData name="Oliver Hladik" userId="65a9a0d4-2e22-4c03-965b-d66df2ea63ce" providerId="ADAL" clId="{DA91EA91-BC7C-44EE-8B0A-4C040B3C5483}" dt="2025-10-29T10:23:29.781" v="136" actId="1076"/>
          <ac:spMkLst>
            <pc:docMk/>
            <pc:sldMk cId="3971875841" sldId="257"/>
            <ac:spMk id="18" creationId="{80AFC8C1-7C12-C5C1-D0A8-487D9D32DF5A}"/>
          </ac:spMkLst>
        </pc:spChg>
        <pc:spChg chg="add mod">
          <ac:chgData name="Oliver Hladik" userId="65a9a0d4-2e22-4c03-965b-d66df2ea63ce" providerId="ADAL" clId="{DA91EA91-BC7C-44EE-8B0A-4C040B3C5483}" dt="2025-10-29T10:23:29.781" v="136" actId="1076"/>
          <ac:spMkLst>
            <pc:docMk/>
            <pc:sldMk cId="3971875841" sldId="257"/>
            <ac:spMk id="19" creationId="{A0F17E0E-DECE-3AED-ACDB-5ED00D57309E}"/>
          </ac:spMkLst>
        </pc:spChg>
        <pc:spChg chg="add mod">
          <ac:chgData name="Oliver Hladik" userId="65a9a0d4-2e22-4c03-965b-d66df2ea63ce" providerId="ADAL" clId="{DA91EA91-BC7C-44EE-8B0A-4C040B3C5483}" dt="2025-10-29T10:42:52.144" v="296" actId="255"/>
          <ac:spMkLst>
            <pc:docMk/>
            <pc:sldMk cId="3971875841" sldId="257"/>
            <ac:spMk id="20" creationId="{EB882957-C2AE-E173-089A-E4B63EE8D3A3}"/>
          </ac:spMkLst>
        </pc:spChg>
        <pc:spChg chg="add mod">
          <ac:chgData name="Oliver Hladik" userId="65a9a0d4-2e22-4c03-965b-d66df2ea63ce" providerId="ADAL" clId="{DA91EA91-BC7C-44EE-8B0A-4C040B3C5483}" dt="2025-10-29T10:24:11.668" v="143" actId="20577"/>
          <ac:spMkLst>
            <pc:docMk/>
            <pc:sldMk cId="3971875841" sldId="257"/>
            <ac:spMk id="24" creationId="{B9E2A0E2-F2C9-088A-F371-0BD2AC2E0E34}"/>
          </ac:spMkLst>
        </pc:spChg>
        <pc:spChg chg="add del mod">
          <ac:chgData name="Oliver Hladik" userId="65a9a0d4-2e22-4c03-965b-d66df2ea63ce" providerId="ADAL" clId="{DA91EA91-BC7C-44EE-8B0A-4C040B3C5483}" dt="2025-10-29T10:43:27.362" v="300"/>
          <ac:spMkLst>
            <pc:docMk/>
            <pc:sldMk cId="3971875841" sldId="257"/>
            <ac:spMk id="25" creationId="{63EE832B-5C13-3CCD-3936-409140C2D776}"/>
          </ac:spMkLst>
        </pc:spChg>
        <pc:spChg chg="add mod">
          <ac:chgData name="Oliver Hladik" userId="65a9a0d4-2e22-4c03-965b-d66df2ea63ce" providerId="ADAL" clId="{DA91EA91-BC7C-44EE-8B0A-4C040B3C5483}" dt="2025-10-29T10:25:02.539" v="146" actId="1076"/>
          <ac:spMkLst>
            <pc:docMk/>
            <pc:sldMk cId="3971875841" sldId="257"/>
            <ac:spMk id="26" creationId="{BD609270-9816-FD70-B1B9-C460270290BE}"/>
          </ac:spMkLst>
        </pc:spChg>
        <pc:spChg chg="add mod">
          <ac:chgData name="Oliver Hladik" userId="65a9a0d4-2e22-4c03-965b-d66df2ea63ce" providerId="ADAL" clId="{DA91EA91-BC7C-44EE-8B0A-4C040B3C5483}" dt="2025-10-29T10:25:29.866" v="151" actId="1076"/>
          <ac:spMkLst>
            <pc:docMk/>
            <pc:sldMk cId="3971875841" sldId="257"/>
            <ac:spMk id="27" creationId="{78E2ABA0-1C1C-744C-37EE-8B673396CDC1}"/>
          </ac:spMkLst>
        </pc:spChg>
        <pc:spChg chg="add mod">
          <ac:chgData name="Oliver Hladik" userId="65a9a0d4-2e22-4c03-965b-d66df2ea63ce" providerId="ADAL" clId="{DA91EA91-BC7C-44EE-8B0A-4C040B3C5483}" dt="2025-10-29T10:28:32.682" v="175"/>
          <ac:spMkLst>
            <pc:docMk/>
            <pc:sldMk cId="3971875841" sldId="257"/>
            <ac:spMk id="28" creationId="{5852D072-E896-C4CC-9DAD-753171F42B57}"/>
          </ac:spMkLst>
        </pc:spChg>
        <pc:spChg chg="add mod">
          <ac:chgData name="Oliver Hladik" userId="65a9a0d4-2e22-4c03-965b-d66df2ea63ce" providerId="ADAL" clId="{DA91EA91-BC7C-44EE-8B0A-4C040B3C5483}" dt="2025-10-29T10:26:07.862" v="157" actId="20577"/>
          <ac:spMkLst>
            <pc:docMk/>
            <pc:sldMk cId="3971875841" sldId="257"/>
            <ac:spMk id="32" creationId="{E78E78B5-7679-845E-4144-E11A9B157735}"/>
          </ac:spMkLst>
        </pc:spChg>
        <pc:spChg chg="add del mod">
          <ac:chgData name="Oliver Hladik" userId="65a9a0d4-2e22-4c03-965b-d66df2ea63ce" providerId="ADAL" clId="{DA91EA91-BC7C-44EE-8B0A-4C040B3C5483}" dt="2025-10-29T10:27:02.210" v="160" actId="478"/>
          <ac:spMkLst>
            <pc:docMk/>
            <pc:sldMk cId="3971875841" sldId="257"/>
            <ac:spMk id="35" creationId="{5CF4D01E-BAC6-1A54-7672-C1C22CEDA498}"/>
          </ac:spMkLst>
        </pc:spChg>
        <pc:spChg chg="add mod">
          <ac:chgData name="Oliver Hladik" userId="65a9a0d4-2e22-4c03-965b-d66df2ea63ce" providerId="ADAL" clId="{DA91EA91-BC7C-44EE-8B0A-4C040B3C5483}" dt="2025-10-29T10:26:56.842" v="159" actId="1076"/>
          <ac:spMkLst>
            <pc:docMk/>
            <pc:sldMk cId="3971875841" sldId="257"/>
            <ac:spMk id="36" creationId="{7113FC8B-8028-5EA3-8EF2-498422EDFA7F}"/>
          </ac:spMkLst>
        </pc:spChg>
        <pc:spChg chg="add mod">
          <ac:chgData name="Oliver Hladik" userId="65a9a0d4-2e22-4c03-965b-d66df2ea63ce" providerId="ADAL" clId="{DA91EA91-BC7C-44EE-8B0A-4C040B3C5483}" dt="2025-10-29T10:30:34.969" v="195" actId="20577"/>
          <ac:spMkLst>
            <pc:docMk/>
            <pc:sldMk cId="3971875841" sldId="257"/>
            <ac:spMk id="37" creationId="{156D26CA-F9FE-5855-DDFE-AE2F5D0118BB}"/>
          </ac:spMkLst>
        </pc:spChg>
        <pc:spChg chg="add mod">
          <ac:chgData name="Oliver Hladik" userId="65a9a0d4-2e22-4c03-965b-d66df2ea63ce" providerId="ADAL" clId="{DA91EA91-BC7C-44EE-8B0A-4C040B3C5483}" dt="2025-10-29T10:30:13.755" v="188" actId="1076"/>
          <ac:spMkLst>
            <pc:docMk/>
            <pc:sldMk cId="3971875841" sldId="257"/>
            <ac:spMk id="40" creationId="{40B798AE-5A27-576A-DC05-D2DE204723ED}"/>
          </ac:spMkLst>
        </pc:spChg>
        <pc:spChg chg="add mod">
          <ac:chgData name="Oliver Hladik" userId="65a9a0d4-2e22-4c03-965b-d66df2ea63ce" providerId="ADAL" clId="{DA91EA91-BC7C-44EE-8B0A-4C040B3C5483}" dt="2025-10-29T10:30:55.095" v="197" actId="1076"/>
          <ac:spMkLst>
            <pc:docMk/>
            <pc:sldMk cId="3971875841" sldId="257"/>
            <ac:spMk id="41" creationId="{C1FEABF1-66E9-B9AD-932A-FC7710D6409B}"/>
          </ac:spMkLst>
        </pc:spChg>
        <pc:cxnChg chg="add">
          <ac:chgData name="Oliver Hladik" userId="65a9a0d4-2e22-4c03-965b-d66df2ea63ce" providerId="ADAL" clId="{DA91EA91-BC7C-44EE-8B0A-4C040B3C5483}" dt="2025-10-29T10:13:09.139" v="25" actId="11529"/>
          <ac:cxnSpMkLst>
            <pc:docMk/>
            <pc:sldMk cId="3971875841" sldId="257"/>
            <ac:cxnSpMk id="6" creationId="{88E568F9-5EFB-05FF-BBE7-BBC53C1E6962}"/>
          </ac:cxnSpMkLst>
        </pc:cxnChg>
        <pc:cxnChg chg="add mod">
          <ac:chgData name="Oliver Hladik" userId="65a9a0d4-2e22-4c03-965b-d66df2ea63ce" providerId="ADAL" clId="{DA91EA91-BC7C-44EE-8B0A-4C040B3C5483}" dt="2025-10-29T10:13:18.085" v="27" actId="1076"/>
          <ac:cxnSpMkLst>
            <pc:docMk/>
            <pc:sldMk cId="3971875841" sldId="257"/>
            <ac:cxnSpMk id="7" creationId="{99456D6E-BDE9-24DA-8E8C-707CFFB15E64}"/>
          </ac:cxnSpMkLst>
        </pc:cxnChg>
        <pc:cxnChg chg="add mod">
          <ac:chgData name="Oliver Hladik" userId="65a9a0d4-2e22-4c03-965b-d66df2ea63ce" providerId="ADAL" clId="{DA91EA91-BC7C-44EE-8B0A-4C040B3C5483}" dt="2025-10-29T10:18:10.645" v="99" actId="14100"/>
          <ac:cxnSpMkLst>
            <pc:docMk/>
            <pc:sldMk cId="3971875841" sldId="257"/>
            <ac:cxnSpMk id="11" creationId="{C2C730EA-C2BD-9CAA-332E-F0CEF5253D45}"/>
          </ac:cxnSpMkLst>
        </pc:cxnChg>
        <pc:cxnChg chg="add mod">
          <ac:chgData name="Oliver Hladik" userId="65a9a0d4-2e22-4c03-965b-d66df2ea63ce" providerId="ADAL" clId="{DA91EA91-BC7C-44EE-8B0A-4C040B3C5483}" dt="2025-10-29T10:18:21.133" v="102" actId="14100"/>
          <ac:cxnSpMkLst>
            <pc:docMk/>
            <pc:sldMk cId="3971875841" sldId="257"/>
            <ac:cxnSpMk id="13" creationId="{9CF61880-2480-73F7-ADB2-01BE36B81509}"/>
          </ac:cxnSpMkLst>
        </pc:cxnChg>
        <pc:cxnChg chg="add mod">
          <ac:chgData name="Oliver Hladik" userId="65a9a0d4-2e22-4c03-965b-d66df2ea63ce" providerId="ADAL" clId="{DA91EA91-BC7C-44EE-8B0A-4C040B3C5483}" dt="2025-10-29T10:19:35.943" v="111" actId="1076"/>
          <ac:cxnSpMkLst>
            <pc:docMk/>
            <pc:sldMk cId="3971875841" sldId="257"/>
            <ac:cxnSpMk id="15" creationId="{88CFCB99-A57B-70D2-F312-3D7AEBD53916}"/>
          </ac:cxnSpMkLst>
        </pc:cxnChg>
        <pc:cxnChg chg="add mod">
          <ac:chgData name="Oliver Hladik" userId="65a9a0d4-2e22-4c03-965b-d66df2ea63ce" providerId="ADAL" clId="{DA91EA91-BC7C-44EE-8B0A-4C040B3C5483}" dt="2025-10-29T10:19:51.249" v="112"/>
          <ac:cxnSpMkLst>
            <pc:docMk/>
            <pc:sldMk cId="3971875841" sldId="257"/>
            <ac:cxnSpMk id="16" creationId="{E80E0F35-B792-B817-A495-7544E45F4881}"/>
          </ac:cxnSpMkLst>
        </pc:cxnChg>
        <pc:cxnChg chg="add mod">
          <ac:chgData name="Oliver Hladik" userId="65a9a0d4-2e22-4c03-965b-d66df2ea63ce" providerId="ADAL" clId="{DA91EA91-BC7C-44EE-8B0A-4C040B3C5483}" dt="2025-10-29T10:23:29.781" v="136" actId="1076"/>
          <ac:cxnSpMkLst>
            <pc:docMk/>
            <pc:sldMk cId="3971875841" sldId="257"/>
            <ac:cxnSpMk id="21" creationId="{F1B995F5-C8BE-CD8D-CCA3-06A1F76DC690}"/>
          </ac:cxnSpMkLst>
        </pc:cxnChg>
        <pc:cxnChg chg="add mod">
          <ac:chgData name="Oliver Hladik" userId="65a9a0d4-2e22-4c03-965b-d66df2ea63ce" providerId="ADAL" clId="{DA91EA91-BC7C-44EE-8B0A-4C040B3C5483}" dt="2025-10-29T10:23:29.781" v="136" actId="1076"/>
          <ac:cxnSpMkLst>
            <pc:docMk/>
            <pc:sldMk cId="3971875841" sldId="257"/>
            <ac:cxnSpMk id="22" creationId="{7A1B7431-1DC3-C1C7-CF24-02CC777AA304}"/>
          </ac:cxnSpMkLst>
        </pc:cxnChg>
        <pc:cxnChg chg="add mod">
          <ac:chgData name="Oliver Hladik" userId="65a9a0d4-2e22-4c03-965b-d66df2ea63ce" providerId="ADAL" clId="{DA91EA91-BC7C-44EE-8B0A-4C040B3C5483}" dt="2025-10-29T10:23:29.781" v="136" actId="1076"/>
          <ac:cxnSpMkLst>
            <pc:docMk/>
            <pc:sldMk cId="3971875841" sldId="257"/>
            <ac:cxnSpMk id="23" creationId="{57E941E5-F990-06E7-4513-8138AF77687D}"/>
          </ac:cxnSpMkLst>
        </pc:cxnChg>
        <pc:cxnChg chg="add mod">
          <ac:chgData name="Oliver Hladik" userId="65a9a0d4-2e22-4c03-965b-d66df2ea63ce" providerId="ADAL" clId="{DA91EA91-BC7C-44EE-8B0A-4C040B3C5483}" dt="2025-10-29T10:25:10.778" v="148" actId="1076"/>
          <ac:cxnSpMkLst>
            <pc:docMk/>
            <pc:sldMk cId="3971875841" sldId="257"/>
            <ac:cxnSpMk id="29" creationId="{46AA8631-372E-B3C2-C92C-5F06C05902DE}"/>
          </ac:cxnSpMkLst>
        </pc:cxnChg>
        <pc:cxnChg chg="add mod">
          <ac:chgData name="Oliver Hladik" userId="65a9a0d4-2e22-4c03-965b-d66df2ea63ce" providerId="ADAL" clId="{DA91EA91-BC7C-44EE-8B0A-4C040B3C5483}" dt="2025-10-29T10:25:22.893" v="150" actId="14100"/>
          <ac:cxnSpMkLst>
            <pc:docMk/>
            <pc:sldMk cId="3971875841" sldId="257"/>
            <ac:cxnSpMk id="30" creationId="{C9808491-64A0-FBC0-C4BD-90D4A253ECE6}"/>
          </ac:cxnSpMkLst>
        </pc:cxnChg>
        <pc:cxnChg chg="add mod">
          <ac:chgData name="Oliver Hladik" userId="65a9a0d4-2e22-4c03-965b-d66df2ea63ce" providerId="ADAL" clId="{DA91EA91-BC7C-44EE-8B0A-4C040B3C5483}" dt="2025-10-29T10:24:56.395" v="145" actId="1076"/>
          <ac:cxnSpMkLst>
            <pc:docMk/>
            <pc:sldMk cId="3971875841" sldId="257"/>
            <ac:cxnSpMk id="31" creationId="{B63383E6-B54C-0ACC-4CFF-8F143DE782A2}"/>
          </ac:cxnSpMkLst>
        </pc:cxnChg>
        <pc:cxnChg chg="add mod">
          <ac:chgData name="Oliver Hladik" userId="65a9a0d4-2e22-4c03-965b-d66df2ea63ce" providerId="ADAL" clId="{DA91EA91-BC7C-44EE-8B0A-4C040B3C5483}" dt="2025-10-29T10:27:02.210" v="160" actId="478"/>
          <ac:cxnSpMkLst>
            <pc:docMk/>
            <pc:sldMk cId="3971875841" sldId="257"/>
            <ac:cxnSpMk id="38" creationId="{D80E37C6-9565-E3D1-12C8-5BB2262E8E63}"/>
          </ac:cxnSpMkLst>
        </pc:cxnChg>
        <pc:cxnChg chg="add mod">
          <ac:chgData name="Oliver Hladik" userId="65a9a0d4-2e22-4c03-965b-d66df2ea63ce" providerId="ADAL" clId="{DA91EA91-BC7C-44EE-8B0A-4C040B3C5483}" dt="2025-10-29T10:26:56.842" v="159" actId="1076"/>
          <ac:cxnSpMkLst>
            <pc:docMk/>
            <pc:sldMk cId="3971875841" sldId="257"/>
            <ac:cxnSpMk id="39" creationId="{917D82F3-2B05-14B2-D110-D3EFCA6F9AF1}"/>
          </ac:cxnSpMkLst>
        </pc:cxnChg>
      </pc:sldChg>
      <pc:sldChg chg="addSp delSp modSp new mod">
        <pc:chgData name="Oliver Hladik" userId="65a9a0d4-2e22-4c03-965b-d66df2ea63ce" providerId="ADAL" clId="{DA91EA91-BC7C-44EE-8B0A-4C040B3C5483}" dt="2025-10-29T13:11:11.587" v="806" actId="1076"/>
        <pc:sldMkLst>
          <pc:docMk/>
          <pc:sldMk cId="1536397323" sldId="258"/>
        </pc:sldMkLst>
        <pc:spChg chg="del">
          <ac:chgData name="Oliver Hladik" userId="65a9a0d4-2e22-4c03-965b-d66df2ea63ce" providerId="ADAL" clId="{DA91EA91-BC7C-44EE-8B0A-4C040B3C5483}" dt="2025-10-29T10:34:48.149" v="199" actId="478"/>
          <ac:spMkLst>
            <pc:docMk/>
            <pc:sldMk cId="1536397323" sldId="258"/>
            <ac:spMk id="2" creationId="{B6230BF7-B594-C37B-30C2-3272C7A488FA}"/>
          </ac:spMkLst>
        </pc:spChg>
        <pc:spChg chg="del">
          <ac:chgData name="Oliver Hladik" userId="65a9a0d4-2e22-4c03-965b-d66df2ea63ce" providerId="ADAL" clId="{DA91EA91-BC7C-44EE-8B0A-4C040B3C5483}" dt="2025-10-29T10:34:51.937" v="200" actId="478"/>
          <ac:spMkLst>
            <pc:docMk/>
            <pc:sldMk cId="1536397323" sldId="258"/>
            <ac:spMk id="3" creationId="{35E74327-1A12-EB9E-EA0D-54598E0996D0}"/>
          </ac:spMkLst>
        </pc:spChg>
        <pc:spChg chg="add del mod">
          <ac:chgData name="Oliver Hladik" userId="65a9a0d4-2e22-4c03-965b-d66df2ea63ce" providerId="ADAL" clId="{DA91EA91-BC7C-44EE-8B0A-4C040B3C5483}" dt="2025-10-29T13:10:59.185" v="805" actId="478"/>
          <ac:spMkLst>
            <pc:docMk/>
            <pc:sldMk cId="1536397323" sldId="258"/>
            <ac:spMk id="13" creationId="{2702112E-F5FF-AB68-423B-F7F0C5AE8F44}"/>
          </ac:spMkLst>
        </pc:spChg>
        <pc:spChg chg="add del mod">
          <ac:chgData name="Oliver Hladik" userId="65a9a0d4-2e22-4c03-965b-d66df2ea63ce" providerId="ADAL" clId="{DA91EA91-BC7C-44EE-8B0A-4C040B3C5483}" dt="2025-10-29T13:10:59.185" v="805" actId="478"/>
          <ac:spMkLst>
            <pc:docMk/>
            <pc:sldMk cId="1536397323" sldId="258"/>
            <ac:spMk id="14" creationId="{1D3AD585-34CD-BCDD-EE03-537693BE3217}"/>
          </ac:spMkLst>
        </pc:spChg>
        <pc:spChg chg="add del mod">
          <ac:chgData name="Oliver Hladik" userId="65a9a0d4-2e22-4c03-965b-d66df2ea63ce" providerId="ADAL" clId="{DA91EA91-BC7C-44EE-8B0A-4C040B3C5483}" dt="2025-10-29T13:10:59.185" v="805" actId="478"/>
          <ac:spMkLst>
            <pc:docMk/>
            <pc:sldMk cId="1536397323" sldId="258"/>
            <ac:spMk id="15" creationId="{7A4981BA-DD80-0C2C-4FD0-E563ED494B52}"/>
          </ac:spMkLst>
        </pc:spChg>
        <pc:spChg chg="add del mod">
          <ac:chgData name="Oliver Hladik" userId="65a9a0d4-2e22-4c03-965b-d66df2ea63ce" providerId="ADAL" clId="{DA91EA91-BC7C-44EE-8B0A-4C040B3C5483}" dt="2025-10-29T13:10:59.185" v="805" actId="478"/>
          <ac:spMkLst>
            <pc:docMk/>
            <pc:sldMk cId="1536397323" sldId="258"/>
            <ac:spMk id="23" creationId="{5639F320-6A8B-04E5-409D-2231ED35C137}"/>
          </ac:spMkLst>
        </pc:spChg>
        <pc:spChg chg="add mod">
          <ac:chgData name="Oliver Hladik" userId="65a9a0d4-2e22-4c03-965b-d66df2ea63ce" providerId="ADAL" clId="{DA91EA91-BC7C-44EE-8B0A-4C040B3C5483}" dt="2025-10-29T10:45:07.261" v="366" actId="1037"/>
          <ac:spMkLst>
            <pc:docMk/>
            <pc:sldMk cId="1536397323" sldId="258"/>
            <ac:spMk id="24" creationId="{D8FC5C31-C92B-3696-F571-9008B24520F4}"/>
          </ac:spMkLst>
        </pc:spChg>
        <pc:spChg chg="add del mod">
          <ac:chgData name="Oliver Hladik" userId="65a9a0d4-2e22-4c03-965b-d66df2ea63ce" providerId="ADAL" clId="{DA91EA91-BC7C-44EE-8B0A-4C040B3C5483}" dt="2025-10-29T13:10:59.185" v="805" actId="478"/>
          <ac:spMkLst>
            <pc:docMk/>
            <pc:sldMk cId="1536397323" sldId="258"/>
            <ac:spMk id="30" creationId="{D900ED61-9429-3A36-80B9-A803CDBE4B4D}"/>
          </ac:spMkLst>
        </pc:spChg>
        <pc:spChg chg="add mod">
          <ac:chgData name="Oliver Hladik" userId="65a9a0d4-2e22-4c03-965b-d66df2ea63ce" providerId="ADAL" clId="{DA91EA91-BC7C-44EE-8B0A-4C040B3C5483}" dt="2025-10-29T10:46:00.617" v="410" actId="1038"/>
          <ac:spMkLst>
            <pc:docMk/>
            <pc:sldMk cId="1536397323" sldId="258"/>
            <ac:spMk id="31" creationId="{505E699C-158F-E735-EAA6-AB0913F2BA3C}"/>
          </ac:spMkLst>
        </pc:spChg>
        <pc:spChg chg="add del mod">
          <ac:chgData name="Oliver Hladik" userId="65a9a0d4-2e22-4c03-965b-d66df2ea63ce" providerId="ADAL" clId="{DA91EA91-BC7C-44EE-8B0A-4C040B3C5483}" dt="2025-10-29T13:10:59.185" v="805" actId="478"/>
          <ac:spMkLst>
            <pc:docMk/>
            <pc:sldMk cId="1536397323" sldId="258"/>
            <ac:spMk id="38" creationId="{908E0B7B-6453-5A07-7348-336D1FB5FCE8}"/>
          </ac:spMkLst>
        </pc:spChg>
        <pc:spChg chg="add del mod">
          <ac:chgData name="Oliver Hladik" userId="65a9a0d4-2e22-4c03-965b-d66df2ea63ce" providerId="ADAL" clId="{DA91EA91-BC7C-44EE-8B0A-4C040B3C5483}" dt="2025-10-29T13:10:59.185" v="805" actId="478"/>
          <ac:spMkLst>
            <pc:docMk/>
            <pc:sldMk cId="1536397323" sldId="258"/>
            <ac:spMk id="39" creationId="{39B85967-3C3D-D97B-E882-B53FE52A3D55}"/>
          </ac:spMkLst>
        </pc:spChg>
        <pc:spChg chg="add del mod">
          <ac:chgData name="Oliver Hladik" userId="65a9a0d4-2e22-4c03-965b-d66df2ea63ce" providerId="ADAL" clId="{DA91EA91-BC7C-44EE-8B0A-4C040B3C5483}" dt="2025-10-29T13:10:59.185" v="805" actId="478"/>
          <ac:spMkLst>
            <pc:docMk/>
            <pc:sldMk cId="1536397323" sldId="258"/>
            <ac:spMk id="40" creationId="{3F8C0760-AA2F-3B3E-A011-BF6631182834}"/>
          </ac:spMkLst>
        </pc:spChg>
        <pc:spChg chg="add del mod">
          <ac:chgData name="Oliver Hladik" userId="65a9a0d4-2e22-4c03-965b-d66df2ea63ce" providerId="ADAL" clId="{DA91EA91-BC7C-44EE-8B0A-4C040B3C5483}" dt="2025-10-29T13:10:59.185" v="805" actId="478"/>
          <ac:spMkLst>
            <pc:docMk/>
            <pc:sldMk cId="1536397323" sldId="258"/>
            <ac:spMk id="41" creationId="{5A154E49-2D2A-89C9-52B5-9CC9ECB7778F}"/>
          </ac:spMkLst>
        </pc:spChg>
        <pc:spChg chg="add del mod">
          <ac:chgData name="Oliver Hladik" userId="65a9a0d4-2e22-4c03-965b-d66df2ea63ce" providerId="ADAL" clId="{DA91EA91-BC7C-44EE-8B0A-4C040B3C5483}" dt="2025-10-29T13:10:59.185" v="805" actId="478"/>
          <ac:spMkLst>
            <pc:docMk/>
            <pc:sldMk cId="1536397323" sldId="258"/>
            <ac:spMk id="42" creationId="{940383B0-6145-5998-B8BE-2A72C29F678E}"/>
          </ac:spMkLst>
        </pc:spChg>
        <pc:spChg chg="add mod">
          <ac:chgData name="Oliver Hladik" userId="65a9a0d4-2e22-4c03-965b-d66df2ea63ce" providerId="ADAL" clId="{DA91EA91-BC7C-44EE-8B0A-4C040B3C5483}" dt="2025-10-29T13:11:11.587" v="806" actId="1076"/>
          <ac:spMkLst>
            <pc:docMk/>
            <pc:sldMk cId="1536397323" sldId="258"/>
            <ac:spMk id="47" creationId="{B313525B-742D-FAA2-CC68-554845FACD57}"/>
          </ac:spMkLst>
        </pc:spChg>
        <pc:spChg chg="add mod">
          <ac:chgData name="Oliver Hladik" userId="65a9a0d4-2e22-4c03-965b-d66df2ea63ce" providerId="ADAL" clId="{DA91EA91-BC7C-44EE-8B0A-4C040B3C5483}" dt="2025-10-29T13:11:11.587" v="806" actId="1076"/>
          <ac:spMkLst>
            <pc:docMk/>
            <pc:sldMk cId="1536397323" sldId="258"/>
            <ac:spMk id="48" creationId="{C5E383B8-5425-C578-1449-6D40A732D0C5}"/>
          </ac:spMkLst>
        </pc:spChg>
        <pc:spChg chg="add mod">
          <ac:chgData name="Oliver Hladik" userId="65a9a0d4-2e22-4c03-965b-d66df2ea63ce" providerId="ADAL" clId="{DA91EA91-BC7C-44EE-8B0A-4C040B3C5483}" dt="2025-10-29T13:11:11.587" v="806" actId="1076"/>
          <ac:spMkLst>
            <pc:docMk/>
            <pc:sldMk cId="1536397323" sldId="258"/>
            <ac:spMk id="49" creationId="{609D4AC5-5F57-73EB-F45C-BA9144D48B78}"/>
          </ac:spMkLst>
        </pc:spChg>
        <pc:spChg chg="add mod">
          <ac:chgData name="Oliver Hladik" userId="65a9a0d4-2e22-4c03-965b-d66df2ea63ce" providerId="ADAL" clId="{DA91EA91-BC7C-44EE-8B0A-4C040B3C5483}" dt="2025-10-29T13:11:11.587" v="806" actId="1076"/>
          <ac:spMkLst>
            <pc:docMk/>
            <pc:sldMk cId="1536397323" sldId="258"/>
            <ac:spMk id="55" creationId="{34644D28-8395-EB65-A381-BC838A5D0D82}"/>
          </ac:spMkLst>
        </pc:spChg>
        <pc:spChg chg="add mod">
          <ac:chgData name="Oliver Hladik" userId="65a9a0d4-2e22-4c03-965b-d66df2ea63ce" providerId="ADAL" clId="{DA91EA91-BC7C-44EE-8B0A-4C040B3C5483}" dt="2025-10-29T11:05:03.226" v="484" actId="1036"/>
          <ac:spMkLst>
            <pc:docMk/>
            <pc:sldMk cId="1536397323" sldId="258"/>
            <ac:spMk id="56" creationId="{7CB22DF9-1936-1FFD-D046-3BB7B3ED75F4}"/>
          </ac:spMkLst>
        </pc:spChg>
        <pc:spChg chg="add mod">
          <ac:chgData name="Oliver Hladik" userId="65a9a0d4-2e22-4c03-965b-d66df2ea63ce" providerId="ADAL" clId="{DA91EA91-BC7C-44EE-8B0A-4C040B3C5483}" dt="2025-10-29T13:11:11.587" v="806" actId="1076"/>
          <ac:spMkLst>
            <pc:docMk/>
            <pc:sldMk cId="1536397323" sldId="258"/>
            <ac:spMk id="59" creationId="{5D017334-A15C-9642-830A-76B030158DF2}"/>
          </ac:spMkLst>
        </pc:spChg>
        <pc:spChg chg="add mod">
          <ac:chgData name="Oliver Hladik" userId="65a9a0d4-2e22-4c03-965b-d66df2ea63ce" providerId="ADAL" clId="{DA91EA91-BC7C-44EE-8B0A-4C040B3C5483}" dt="2025-10-29T13:11:11.587" v="806" actId="1076"/>
          <ac:spMkLst>
            <pc:docMk/>
            <pc:sldMk cId="1536397323" sldId="258"/>
            <ac:spMk id="60" creationId="{D7B2D553-81E1-9D67-FFC4-DBC6349AC78F}"/>
          </ac:spMkLst>
        </pc:spChg>
        <pc:spChg chg="add mod">
          <ac:chgData name="Oliver Hladik" userId="65a9a0d4-2e22-4c03-965b-d66df2ea63ce" providerId="ADAL" clId="{DA91EA91-BC7C-44EE-8B0A-4C040B3C5483}" dt="2025-10-29T13:11:11.587" v="806" actId="1076"/>
          <ac:spMkLst>
            <pc:docMk/>
            <pc:sldMk cId="1536397323" sldId="258"/>
            <ac:spMk id="66" creationId="{1F79F9E3-BF73-DDB6-AD96-5C8551E57D51}"/>
          </ac:spMkLst>
        </pc:spChg>
        <pc:spChg chg="add mod">
          <ac:chgData name="Oliver Hladik" userId="65a9a0d4-2e22-4c03-965b-d66df2ea63ce" providerId="ADAL" clId="{DA91EA91-BC7C-44EE-8B0A-4C040B3C5483}" dt="2025-10-29T13:11:11.587" v="806" actId="1076"/>
          <ac:spMkLst>
            <pc:docMk/>
            <pc:sldMk cId="1536397323" sldId="258"/>
            <ac:spMk id="67" creationId="{0F5E1EA6-D0F1-F4BE-F183-80BAC8AFDC29}"/>
          </ac:spMkLst>
        </pc:spChg>
        <pc:spChg chg="add mod">
          <ac:chgData name="Oliver Hladik" userId="65a9a0d4-2e22-4c03-965b-d66df2ea63ce" providerId="ADAL" clId="{DA91EA91-BC7C-44EE-8B0A-4C040B3C5483}" dt="2025-10-29T13:11:11.587" v="806" actId="1076"/>
          <ac:spMkLst>
            <pc:docMk/>
            <pc:sldMk cId="1536397323" sldId="258"/>
            <ac:spMk id="68" creationId="{7520E04E-DAE8-75F2-12ED-8DA53257AD08}"/>
          </ac:spMkLst>
        </pc:spChg>
        <pc:spChg chg="add mod">
          <ac:chgData name="Oliver Hladik" userId="65a9a0d4-2e22-4c03-965b-d66df2ea63ce" providerId="ADAL" clId="{DA91EA91-BC7C-44EE-8B0A-4C040B3C5483}" dt="2025-10-29T13:11:11.587" v="806" actId="1076"/>
          <ac:spMkLst>
            <pc:docMk/>
            <pc:sldMk cId="1536397323" sldId="258"/>
            <ac:spMk id="80" creationId="{5B6192CD-6553-BCA2-9DBA-D71A9960DED7}"/>
          </ac:spMkLst>
        </pc:spChg>
        <pc:picChg chg="add mod">
          <ac:chgData name="Oliver Hladik" userId="65a9a0d4-2e22-4c03-965b-d66df2ea63ce" providerId="ADAL" clId="{DA91EA91-BC7C-44EE-8B0A-4C040B3C5483}" dt="2025-10-29T10:34:58.328" v="202" actId="1076"/>
          <ac:picMkLst>
            <pc:docMk/>
            <pc:sldMk cId="1536397323" sldId="258"/>
            <ac:picMk id="4" creationId="{886CD220-36A2-EE30-626B-EFCF58A7B639}"/>
          </ac:picMkLst>
        </pc:picChg>
        <pc:cxnChg chg="add mod">
          <ac:chgData name="Oliver Hladik" userId="65a9a0d4-2e22-4c03-965b-d66df2ea63ce" providerId="ADAL" clId="{DA91EA91-BC7C-44EE-8B0A-4C040B3C5483}" dt="2025-10-29T10:46:06.040" v="411" actId="14100"/>
          <ac:cxnSpMkLst>
            <pc:docMk/>
            <pc:sldMk cId="1536397323" sldId="258"/>
            <ac:cxnSpMk id="6" creationId="{E656A04F-6D4D-2444-B174-EB7DBFD22CBD}"/>
          </ac:cxnSpMkLst>
        </pc:cxnChg>
        <pc:cxnChg chg="add mod">
          <ac:chgData name="Oliver Hladik" userId="65a9a0d4-2e22-4c03-965b-d66df2ea63ce" providerId="ADAL" clId="{DA91EA91-BC7C-44EE-8B0A-4C040B3C5483}" dt="2025-10-29T10:46:00.617" v="410" actId="1038"/>
          <ac:cxnSpMkLst>
            <pc:docMk/>
            <pc:sldMk cId="1536397323" sldId="258"/>
            <ac:cxnSpMk id="8" creationId="{C5C44053-C972-3A38-81B0-6DB46C5517B6}"/>
          </ac:cxnSpMkLst>
        </pc:cxnChg>
        <pc:cxnChg chg="add del">
          <ac:chgData name="Oliver Hladik" userId="65a9a0d4-2e22-4c03-965b-d66df2ea63ce" providerId="ADAL" clId="{DA91EA91-BC7C-44EE-8B0A-4C040B3C5483}" dt="2025-10-29T10:36:18.637" v="206" actId="21"/>
          <ac:cxnSpMkLst>
            <pc:docMk/>
            <pc:sldMk cId="1536397323" sldId="258"/>
            <ac:cxnSpMk id="10" creationId="{7AFF424A-F468-8E54-1488-FCB0D4082653}"/>
          </ac:cxnSpMkLst>
        </pc:cxnChg>
        <pc:cxnChg chg="add mod">
          <ac:chgData name="Oliver Hladik" userId="65a9a0d4-2e22-4c03-965b-d66df2ea63ce" providerId="ADAL" clId="{DA91EA91-BC7C-44EE-8B0A-4C040B3C5483}" dt="2025-10-29T10:44:38.162" v="352" actId="1038"/>
          <ac:cxnSpMkLst>
            <pc:docMk/>
            <pc:sldMk cId="1536397323" sldId="258"/>
            <ac:cxnSpMk id="11" creationId="{C17850A4-FC31-03D1-A6AE-A01EDDE056F2}"/>
          </ac:cxnSpMkLst>
        </pc:cxnChg>
        <pc:cxnChg chg="add mod">
          <ac:chgData name="Oliver Hladik" userId="65a9a0d4-2e22-4c03-965b-d66df2ea63ce" providerId="ADAL" clId="{DA91EA91-BC7C-44EE-8B0A-4C040B3C5483}" dt="2025-10-29T10:44:26.752" v="327" actId="1038"/>
          <ac:cxnSpMkLst>
            <pc:docMk/>
            <pc:sldMk cId="1536397323" sldId="258"/>
            <ac:cxnSpMk id="12" creationId="{E621B344-292D-9E7C-3E35-70C15C6F7F36}"/>
          </ac:cxnSpMkLst>
        </pc:cxnChg>
        <pc:cxnChg chg="add mod">
          <ac:chgData name="Oliver Hladik" userId="65a9a0d4-2e22-4c03-965b-d66df2ea63ce" providerId="ADAL" clId="{DA91EA91-BC7C-44EE-8B0A-4C040B3C5483}" dt="2025-10-29T10:46:00.617" v="410" actId="1038"/>
          <ac:cxnSpMkLst>
            <pc:docMk/>
            <pc:sldMk cId="1536397323" sldId="258"/>
            <ac:cxnSpMk id="16" creationId="{1FADCFDB-E4F3-C1FE-58CB-8AA534242FC1}"/>
          </ac:cxnSpMkLst>
        </pc:cxnChg>
        <pc:cxnChg chg="add mod">
          <ac:chgData name="Oliver Hladik" userId="65a9a0d4-2e22-4c03-965b-d66df2ea63ce" providerId="ADAL" clId="{DA91EA91-BC7C-44EE-8B0A-4C040B3C5483}" dt="2025-10-29T10:44:38.162" v="352" actId="1038"/>
          <ac:cxnSpMkLst>
            <pc:docMk/>
            <pc:sldMk cId="1536397323" sldId="258"/>
            <ac:cxnSpMk id="17" creationId="{E3BD9D99-8158-6F2E-BDB3-47B58C1C1C4E}"/>
          </ac:cxnSpMkLst>
        </pc:cxnChg>
        <pc:cxnChg chg="add mod">
          <ac:chgData name="Oliver Hladik" userId="65a9a0d4-2e22-4c03-965b-d66df2ea63ce" providerId="ADAL" clId="{DA91EA91-BC7C-44EE-8B0A-4C040B3C5483}" dt="2025-10-29T10:44:26.752" v="327" actId="1038"/>
          <ac:cxnSpMkLst>
            <pc:docMk/>
            <pc:sldMk cId="1536397323" sldId="258"/>
            <ac:cxnSpMk id="18" creationId="{6988F52D-19F7-648F-E1CF-6ABA9E35EEEC}"/>
          </ac:cxnSpMkLst>
        </pc:cxnChg>
        <pc:cxnChg chg="add mod">
          <ac:chgData name="Oliver Hladik" userId="65a9a0d4-2e22-4c03-965b-d66df2ea63ce" providerId="ADAL" clId="{DA91EA91-BC7C-44EE-8B0A-4C040B3C5483}" dt="2025-10-29T10:44:38.162" v="352" actId="1038"/>
          <ac:cxnSpMkLst>
            <pc:docMk/>
            <pc:sldMk cId="1536397323" sldId="258"/>
            <ac:cxnSpMk id="21" creationId="{A1DD4BE5-AAF1-5C7A-A640-D3F0839D6C36}"/>
          </ac:cxnSpMkLst>
        </pc:cxnChg>
        <pc:cxnChg chg="add mod">
          <ac:chgData name="Oliver Hladik" userId="65a9a0d4-2e22-4c03-965b-d66df2ea63ce" providerId="ADAL" clId="{DA91EA91-BC7C-44EE-8B0A-4C040B3C5483}" dt="2025-10-29T10:46:00.617" v="410" actId="1038"/>
          <ac:cxnSpMkLst>
            <pc:docMk/>
            <pc:sldMk cId="1536397323" sldId="258"/>
            <ac:cxnSpMk id="22" creationId="{DD6F3C1B-37A5-C4C3-D198-F4CB4300B8A9}"/>
          </ac:cxnSpMkLst>
        </pc:cxnChg>
        <pc:cxnChg chg="add mod">
          <ac:chgData name="Oliver Hladik" userId="65a9a0d4-2e22-4c03-965b-d66df2ea63ce" providerId="ADAL" clId="{DA91EA91-BC7C-44EE-8B0A-4C040B3C5483}" dt="2025-10-29T10:44:26.752" v="327" actId="1038"/>
          <ac:cxnSpMkLst>
            <pc:docMk/>
            <pc:sldMk cId="1536397323" sldId="258"/>
            <ac:cxnSpMk id="26" creationId="{29B55CB3-6720-E9DC-0675-4FB1A2186A1B}"/>
          </ac:cxnSpMkLst>
        </pc:cxnChg>
        <pc:cxnChg chg="add mod">
          <ac:chgData name="Oliver Hladik" userId="65a9a0d4-2e22-4c03-965b-d66df2ea63ce" providerId="ADAL" clId="{DA91EA91-BC7C-44EE-8B0A-4C040B3C5483}" dt="2025-10-29T10:45:19.425" v="373" actId="1037"/>
          <ac:cxnSpMkLst>
            <pc:docMk/>
            <pc:sldMk cId="1536397323" sldId="258"/>
            <ac:cxnSpMk id="28" creationId="{8D32290F-61CA-E15F-C5D3-5E9419F5B97E}"/>
          </ac:cxnSpMkLst>
        </pc:cxnChg>
        <pc:cxnChg chg="add mod">
          <ac:chgData name="Oliver Hladik" userId="65a9a0d4-2e22-4c03-965b-d66df2ea63ce" providerId="ADAL" clId="{DA91EA91-BC7C-44EE-8B0A-4C040B3C5483}" dt="2025-10-29T10:45:34.625" v="375" actId="1076"/>
          <ac:cxnSpMkLst>
            <pc:docMk/>
            <pc:sldMk cId="1536397323" sldId="258"/>
            <ac:cxnSpMk id="32" creationId="{0F2CF44A-AE76-0D61-BDA1-565907955B59}"/>
          </ac:cxnSpMkLst>
        </pc:cxnChg>
        <pc:cxnChg chg="add mod">
          <ac:chgData name="Oliver Hladik" userId="65a9a0d4-2e22-4c03-965b-d66df2ea63ce" providerId="ADAL" clId="{DA91EA91-BC7C-44EE-8B0A-4C040B3C5483}" dt="2025-10-29T10:45:41.819" v="377" actId="1076"/>
          <ac:cxnSpMkLst>
            <pc:docMk/>
            <pc:sldMk cId="1536397323" sldId="258"/>
            <ac:cxnSpMk id="33" creationId="{614E367E-1E80-215D-5D42-5ABE5772B5C7}"/>
          </ac:cxnSpMkLst>
        </pc:cxnChg>
        <pc:cxnChg chg="add mod">
          <ac:chgData name="Oliver Hladik" userId="65a9a0d4-2e22-4c03-965b-d66df2ea63ce" providerId="ADAL" clId="{DA91EA91-BC7C-44EE-8B0A-4C040B3C5483}" dt="2025-10-29T10:46:11.697" v="414" actId="1037"/>
          <ac:cxnSpMkLst>
            <pc:docMk/>
            <pc:sldMk cId="1536397323" sldId="258"/>
            <ac:cxnSpMk id="34" creationId="{375291E4-9464-48E4-BE43-317AFC7635DC}"/>
          </ac:cxnSpMkLst>
        </pc:cxnChg>
        <pc:cxnChg chg="add mod">
          <ac:chgData name="Oliver Hladik" userId="65a9a0d4-2e22-4c03-965b-d66df2ea63ce" providerId="ADAL" clId="{DA91EA91-BC7C-44EE-8B0A-4C040B3C5483}" dt="2025-10-29T10:46:47.880" v="417" actId="14100"/>
          <ac:cxnSpMkLst>
            <pc:docMk/>
            <pc:sldMk cId="1536397323" sldId="258"/>
            <ac:cxnSpMk id="36" creationId="{5045FD44-2B5A-7D26-3274-767B706EA4DE}"/>
          </ac:cxnSpMkLst>
        </pc:cxnChg>
        <pc:cxnChg chg="mod">
          <ac:chgData name="Oliver Hladik" userId="65a9a0d4-2e22-4c03-965b-d66df2ea63ce" providerId="ADAL" clId="{DA91EA91-BC7C-44EE-8B0A-4C040B3C5483}" dt="2025-10-29T11:06:21.202" v="641" actId="14100"/>
          <ac:cxnSpMkLst>
            <pc:docMk/>
            <pc:sldMk cId="1536397323" sldId="258"/>
            <ac:cxnSpMk id="43" creationId="{56A64E32-41E3-915E-FFC5-8F6E0C7A6362}"/>
          </ac:cxnSpMkLst>
        </pc:cxnChg>
        <pc:cxnChg chg="del">
          <ac:chgData name="Oliver Hladik" userId="65a9a0d4-2e22-4c03-965b-d66df2ea63ce" providerId="ADAL" clId="{DA91EA91-BC7C-44EE-8B0A-4C040B3C5483}" dt="2025-10-29T11:04:04.055" v="470" actId="478"/>
          <ac:cxnSpMkLst>
            <pc:docMk/>
            <pc:sldMk cId="1536397323" sldId="258"/>
            <ac:cxnSpMk id="44" creationId="{20CFFD80-1DAD-85EE-88F1-025CE6C91BF4}"/>
          </ac:cxnSpMkLst>
        </pc:cxnChg>
        <pc:cxnChg chg="mod">
          <ac:chgData name="Oliver Hladik" userId="65a9a0d4-2e22-4c03-965b-d66df2ea63ce" providerId="ADAL" clId="{DA91EA91-BC7C-44EE-8B0A-4C040B3C5483}" dt="2025-10-29T11:03:41.738" v="467" actId="14100"/>
          <ac:cxnSpMkLst>
            <pc:docMk/>
            <pc:sldMk cId="1536397323" sldId="258"/>
            <ac:cxnSpMk id="45" creationId="{509F41DC-D298-C197-502A-396C35B49B90}"/>
          </ac:cxnSpMkLst>
        </pc:cxnChg>
        <pc:cxnChg chg="mod">
          <ac:chgData name="Oliver Hladik" userId="65a9a0d4-2e22-4c03-965b-d66df2ea63ce" providerId="ADAL" clId="{DA91EA91-BC7C-44EE-8B0A-4C040B3C5483}" dt="2025-10-29T11:05:14.299" v="485" actId="14100"/>
          <ac:cxnSpMkLst>
            <pc:docMk/>
            <pc:sldMk cId="1536397323" sldId="258"/>
            <ac:cxnSpMk id="46" creationId="{7FEE45AD-227D-C61B-3629-5AB9ED5540A8}"/>
          </ac:cxnSpMkLst>
        </pc:cxnChg>
        <pc:cxnChg chg="mod">
          <ac:chgData name="Oliver Hladik" userId="65a9a0d4-2e22-4c03-965b-d66df2ea63ce" providerId="ADAL" clId="{DA91EA91-BC7C-44EE-8B0A-4C040B3C5483}" dt="2025-10-29T11:06:39.577" v="644" actId="14100"/>
          <ac:cxnSpMkLst>
            <pc:docMk/>
            <pc:sldMk cId="1536397323" sldId="258"/>
            <ac:cxnSpMk id="58" creationId="{FCCFC9BC-0247-BC96-DBDF-521C6BFE8E19}"/>
          </ac:cxnSpMkLst>
        </pc:cxnChg>
        <pc:cxnChg chg="del">
          <ac:chgData name="Oliver Hladik" userId="65a9a0d4-2e22-4c03-965b-d66df2ea63ce" providerId="ADAL" clId="{DA91EA91-BC7C-44EE-8B0A-4C040B3C5483}" dt="2025-10-29T11:06:30.914" v="642" actId="478"/>
          <ac:cxnSpMkLst>
            <pc:docMk/>
            <pc:sldMk cId="1536397323" sldId="258"/>
            <ac:cxnSpMk id="61" creationId="{46F3545F-8EF2-AF3A-340E-8BA0970610CE}"/>
          </ac:cxnSpMkLst>
        </pc:cxnChg>
        <pc:cxnChg chg="mod">
          <ac:chgData name="Oliver Hladik" userId="65a9a0d4-2e22-4c03-965b-d66df2ea63ce" providerId="ADAL" clId="{DA91EA91-BC7C-44EE-8B0A-4C040B3C5483}" dt="2025-10-29T11:06:47.413" v="646" actId="14100"/>
          <ac:cxnSpMkLst>
            <pc:docMk/>
            <pc:sldMk cId="1536397323" sldId="258"/>
            <ac:cxnSpMk id="62" creationId="{9D5140BD-EC0C-E83F-EC12-912FE2DB5CEA}"/>
          </ac:cxnSpMkLst>
        </pc:cxnChg>
        <pc:cxnChg chg="del">
          <ac:chgData name="Oliver Hladik" userId="65a9a0d4-2e22-4c03-965b-d66df2ea63ce" providerId="ADAL" clId="{DA91EA91-BC7C-44EE-8B0A-4C040B3C5483}" dt="2025-10-29T11:06:42.873" v="645" actId="478"/>
          <ac:cxnSpMkLst>
            <pc:docMk/>
            <pc:sldMk cId="1536397323" sldId="258"/>
            <ac:cxnSpMk id="63" creationId="{FF4D34F0-C733-7409-A4A0-539FA74F47F6}"/>
          </ac:cxnSpMkLst>
        </pc:cxnChg>
        <pc:cxnChg chg="add mod">
          <ac:chgData name="Oliver Hladik" userId="65a9a0d4-2e22-4c03-965b-d66df2ea63ce" providerId="ADAL" clId="{DA91EA91-BC7C-44EE-8B0A-4C040B3C5483}" dt="2025-10-29T11:04:13.657" v="472" actId="1076"/>
          <ac:cxnSpMkLst>
            <pc:docMk/>
            <pc:sldMk cId="1536397323" sldId="258"/>
            <ac:cxnSpMk id="71" creationId="{41699743-76CC-4081-71AA-48E81AAB2B82}"/>
          </ac:cxnSpMkLst>
        </pc:cxnChg>
        <pc:cxnChg chg="add mod">
          <ac:chgData name="Oliver Hladik" userId="65a9a0d4-2e22-4c03-965b-d66df2ea63ce" providerId="ADAL" clId="{DA91EA91-BC7C-44EE-8B0A-4C040B3C5483}" dt="2025-10-29T11:05:44.417" v="574" actId="1037"/>
          <ac:cxnSpMkLst>
            <pc:docMk/>
            <pc:sldMk cId="1536397323" sldId="258"/>
            <ac:cxnSpMk id="73" creationId="{896C3919-FDDB-0D5E-B6DA-C08D4B675B42}"/>
          </ac:cxnSpMkLst>
        </pc:cxnChg>
        <pc:cxnChg chg="add mod">
          <ac:chgData name="Oliver Hladik" userId="65a9a0d4-2e22-4c03-965b-d66df2ea63ce" providerId="ADAL" clId="{DA91EA91-BC7C-44EE-8B0A-4C040B3C5483}" dt="2025-10-29T11:06:07.410" v="640" actId="1037"/>
          <ac:cxnSpMkLst>
            <pc:docMk/>
            <pc:sldMk cId="1536397323" sldId="258"/>
            <ac:cxnSpMk id="75" creationId="{68E41AAE-F287-07FA-3A57-21FC275D35DD}"/>
          </ac:cxnSpMkLst>
        </pc:cxnChg>
      </pc:sldChg>
      <pc:sldChg chg="addSp delSp modSp add mod">
        <pc:chgData name="Oliver Hladik" userId="65a9a0d4-2e22-4c03-965b-d66df2ea63ce" providerId="ADAL" clId="{DA91EA91-BC7C-44EE-8B0A-4C040B3C5483}" dt="2025-10-29T13:11:19.018" v="807" actId="1076"/>
        <pc:sldMkLst>
          <pc:docMk/>
          <pc:sldMk cId="2034216774" sldId="259"/>
        </pc:sldMkLst>
        <pc:spChg chg="add mod">
          <ac:chgData name="Oliver Hladik" userId="65a9a0d4-2e22-4c03-965b-d66df2ea63ce" providerId="ADAL" clId="{DA91EA91-BC7C-44EE-8B0A-4C040B3C5483}" dt="2025-10-29T13:06:29" v="682" actId="1076"/>
          <ac:spMkLst>
            <pc:docMk/>
            <pc:sldMk cId="2034216774" sldId="259"/>
            <ac:spMk id="3" creationId="{E3A01F3D-F940-045B-E78B-346C6306E95D}"/>
          </ac:spMkLst>
        </pc:spChg>
        <pc:spChg chg="add mod">
          <ac:chgData name="Oliver Hladik" userId="65a9a0d4-2e22-4c03-965b-d66df2ea63ce" providerId="ADAL" clId="{DA91EA91-BC7C-44EE-8B0A-4C040B3C5483}" dt="2025-10-29T13:11:19.018" v="807" actId="1076"/>
          <ac:spMkLst>
            <pc:docMk/>
            <pc:sldMk cId="2034216774" sldId="259"/>
            <ac:spMk id="5" creationId="{7576EDA4-1801-FA15-BDDB-9EC14F24950E}"/>
          </ac:spMkLst>
        </pc:spChg>
        <pc:spChg chg="add mod">
          <ac:chgData name="Oliver Hladik" userId="65a9a0d4-2e22-4c03-965b-d66df2ea63ce" providerId="ADAL" clId="{DA91EA91-BC7C-44EE-8B0A-4C040B3C5483}" dt="2025-10-29T13:11:19.018" v="807" actId="1076"/>
          <ac:spMkLst>
            <pc:docMk/>
            <pc:sldMk cId="2034216774" sldId="259"/>
            <ac:spMk id="10" creationId="{B132AD90-5858-C9AC-96A9-95C331856883}"/>
          </ac:spMkLst>
        </pc:spChg>
        <pc:spChg chg="del">
          <ac:chgData name="Oliver Hladik" userId="65a9a0d4-2e22-4c03-965b-d66df2ea63ce" providerId="ADAL" clId="{DA91EA91-BC7C-44EE-8B0A-4C040B3C5483}" dt="2025-10-29T13:04:20.408" v="670" actId="478"/>
          <ac:spMkLst>
            <pc:docMk/>
            <pc:sldMk cId="2034216774" sldId="259"/>
            <ac:spMk id="13" creationId="{A0FA3575-F96C-62D4-70A3-B65606994232}"/>
          </ac:spMkLst>
        </pc:spChg>
        <pc:spChg chg="del">
          <ac:chgData name="Oliver Hladik" userId="65a9a0d4-2e22-4c03-965b-d66df2ea63ce" providerId="ADAL" clId="{DA91EA91-BC7C-44EE-8B0A-4C040B3C5483}" dt="2025-10-29T13:04:20.408" v="670" actId="478"/>
          <ac:spMkLst>
            <pc:docMk/>
            <pc:sldMk cId="2034216774" sldId="259"/>
            <ac:spMk id="14" creationId="{ECAC6C78-DE6D-B5B7-9970-6C0AE111AEC7}"/>
          </ac:spMkLst>
        </pc:spChg>
        <pc:spChg chg="del">
          <ac:chgData name="Oliver Hladik" userId="65a9a0d4-2e22-4c03-965b-d66df2ea63ce" providerId="ADAL" clId="{DA91EA91-BC7C-44EE-8B0A-4C040B3C5483}" dt="2025-10-29T13:04:20.408" v="670" actId="478"/>
          <ac:spMkLst>
            <pc:docMk/>
            <pc:sldMk cId="2034216774" sldId="259"/>
            <ac:spMk id="15" creationId="{E3C26D16-0EDC-2687-DF24-3C3C2B1BF771}"/>
          </ac:spMkLst>
        </pc:spChg>
        <pc:spChg chg="add mod">
          <ac:chgData name="Oliver Hladik" userId="65a9a0d4-2e22-4c03-965b-d66df2ea63ce" providerId="ADAL" clId="{DA91EA91-BC7C-44EE-8B0A-4C040B3C5483}" dt="2025-10-29T13:06:29" v="682" actId="1076"/>
          <ac:spMkLst>
            <pc:docMk/>
            <pc:sldMk cId="2034216774" sldId="259"/>
            <ac:spMk id="19" creationId="{B697BFB6-34B5-7B2B-F108-D3D117483AB0}"/>
          </ac:spMkLst>
        </pc:spChg>
        <pc:spChg chg="del">
          <ac:chgData name="Oliver Hladik" userId="65a9a0d4-2e22-4c03-965b-d66df2ea63ce" providerId="ADAL" clId="{DA91EA91-BC7C-44EE-8B0A-4C040B3C5483}" dt="2025-10-29T13:04:20.408" v="670" actId="478"/>
          <ac:spMkLst>
            <pc:docMk/>
            <pc:sldMk cId="2034216774" sldId="259"/>
            <ac:spMk id="23" creationId="{9981D38E-2B57-243E-2DFF-045B2A5647B7}"/>
          </ac:spMkLst>
        </pc:spChg>
        <pc:spChg chg="del">
          <ac:chgData name="Oliver Hladik" userId="65a9a0d4-2e22-4c03-965b-d66df2ea63ce" providerId="ADAL" clId="{DA91EA91-BC7C-44EE-8B0A-4C040B3C5483}" dt="2025-10-29T13:04:20.408" v="670" actId="478"/>
          <ac:spMkLst>
            <pc:docMk/>
            <pc:sldMk cId="2034216774" sldId="259"/>
            <ac:spMk id="24" creationId="{545CFCEC-3675-C550-E109-DA89BCDB2175}"/>
          </ac:spMkLst>
        </pc:spChg>
        <pc:spChg chg="del">
          <ac:chgData name="Oliver Hladik" userId="65a9a0d4-2e22-4c03-965b-d66df2ea63ce" providerId="ADAL" clId="{DA91EA91-BC7C-44EE-8B0A-4C040B3C5483}" dt="2025-10-29T13:04:20.408" v="670" actId="478"/>
          <ac:spMkLst>
            <pc:docMk/>
            <pc:sldMk cId="2034216774" sldId="259"/>
            <ac:spMk id="30" creationId="{2110BC4B-3898-417E-0FE2-DA973C8ECEDE}"/>
          </ac:spMkLst>
        </pc:spChg>
        <pc:spChg chg="del">
          <ac:chgData name="Oliver Hladik" userId="65a9a0d4-2e22-4c03-965b-d66df2ea63ce" providerId="ADAL" clId="{DA91EA91-BC7C-44EE-8B0A-4C040B3C5483}" dt="2025-10-29T13:04:20.408" v="670" actId="478"/>
          <ac:spMkLst>
            <pc:docMk/>
            <pc:sldMk cId="2034216774" sldId="259"/>
            <ac:spMk id="31" creationId="{776DEBFA-5597-8482-83D8-536252B17E7E}"/>
          </ac:spMkLst>
        </pc:spChg>
        <pc:spChg chg="del">
          <ac:chgData name="Oliver Hladik" userId="65a9a0d4-2e22-4c03-965b-d66df2ea63ce" providerId="ADAL" clId="{DA91EA91-BC7C-44EE-8B0A-4C040B3C5483}" dt="2025-10-29T13:04:20.408" v="670" actId="478"/>
          <ac:spMkLst>
            <pc:docMk/>
            <pc:sldMk cId="2034216774" sldId="259"/>
            <ac:spMk id="38" creationId="{699B7F7D-7081-1A0D-DF8F-42705FC9F632}"/>
          </ac:spMkLst>
        </pc:spChg>
        <pc:spChg chg="del">
          <ac:chgData name="Oliver Hladik" userId="65a9a0d4-2e22-4c03-965b-d66df2ea63ce" providerId="ADAL" clId="{DA91EA91-BC7C-44EE-8B0A-4C040B3C5483}" dt="2025-10-29T13:04:20.408" v="670" actId="478"/>
          <ac:spMkLst>
            <pc:docMk/>
            <pc:sldMk cId="2034216774" sldId="259"/>
            <ac:spMk id="41" creationId="{70522DEA-0032-0830-93B1-7E4C08B8658F}"/>
          </ac:spMkLst>
        </pc:spChg>
        <pc:spChg chg="del">
          <ac:chgData name="Oliver Hladik" userId="65a9a0d4-2e22-4c03-965b-d66df2ea63ce" providerId="ADAL" clId="{DA91EA91-BC7C-44EE-8B0A-4C040B3C5483}" dt="2025-10-29T13:04:20.408" v="670" actId="478"/>
          <ac:spMkLst>
            <pc:docMk/>
            <pc:sldMk cId="2034216774" sldId="259"/>
            <ac:spMk id="42" creationId="{CBD02F68-0308-187C-83FB-BDCB3BEC5388}"/>
          </ac:spMkLst>
        </pc:spChg>
        <pc:spChg chg="mod">
          <ac:chgData name="Oliver Hladik" userId="65a9a0d4-2e22-4c03-965b-d66df2ea63ce" providerId="ADAL" clId="{DA91EA91-BC7C-44EE-8B0A-4C040B3C5483}" dt="2025-10-29T13:11:19.018" v="807" actId="1076"/>
          <ac:spMkLst>
            <pc:docMk/>
            <pc:sldMk cId="2034216774" sldId="259"/>
            <ac:spMk id="47" creationId="{B786B4E7-4B16-D15C-3E37-0B3448A4664E}"/>
          </ac:spMkLst>
        </pc:spChg>
        <pc:spChg chg="mod">
          <ac:chgData name="Oliver Hladik" userId="65a9a0d4-2e22-4c03-965b-d66df2ea63ce" providerId="ADAL" clId="{DA91EA91-BC7C-44EE-8B0A-4C040B3C5483}" dt="2025-10-29T13:11:19.018" v="807" actId="1076"/>
          <ac:spMkLst>
            <pc:docMk/>
            <pc:sldMk cId="2034216774" sldId="259"/>
            <ac:spMk id="48" creationId="{FF7CE3C4-C59F-E844-4DA9-35BE46169D28}"/>
          </ac:spMkLst>
        </pc:spChg>
        <pc:spChg chg="mod">
          <ac:chgData name="Oliver Hladik" userId="65a9a0d4-2e22-4c03-965b-d66df2ea63ce" providerId="ADAL" clId="{DA91EA91-BC7C-44EE-8B0A-4C040B3C5483}" dt="2025-10-29T13:04:33.247" v="671" actId="1076"/>
          <ac:spMkLst>
            <pc:docMk/>
            <pc:sldMk cId="2034216774" sldId="259"/>
            <ac:spMk id="49" creationId="{F51E32BC-1A67-AD3C-4590-B798B5EC0270}"/>
          </ac:spMkLst>
        </pc:spChg>
        <pc:spChg chg="mod">
          <ac:chgData name="Oliver Hladik" userId="65a9a0d4-2e22-4c03-965b-d66df2ea63ce" providerId="ADAL" clId="{DA91EA91-BC7C-44EE-8B0A-4C040B3C5483}" dt="2025-10-29T13:11:19.018" v="807" actId="1076"/>
          <ac:spMkLst>
            <pc:docMk/>
            <pc:sldMk cId="2034216774" sldId="259"/>
            <ac:spMk id="55" creationId="{4FD00BE1-C097-7B9D-FC6D-4DE37A803757}"/>
          </ac:spMkLst>
        </pc:spChg>
        <pc:spChg chg="mod">
          <ac:chgData name="Oliver Hladik" userId="65a9a0d4-2e22-4c03-965b-d66df2ea63ce" providerId="ADAL" clId="{DA91EA91-BC7C-44EE-8B0A-4C040B3C5483}" dt="2025-10-29T13:04:33.247" v="671" actId="1076"/>
          <ac:spMkLst>
            <pc:docMk/>
            <pc:sldMk cId="2034216774" sldId="259"/>
            <ac:spMk id="59" creationId="{DA8FC473-847D-1966-15A3-4AA92D2C73F9}"/>
          </ac:spMkLst>
        </pc:spChg>
        <pc:spChg chg="mod">
          <ac:chgData name="Oliver Hladik" userId="65a9a0d4-2e22-4c03-965b-d66df2ea63ce" providerId="ADAL" clId="{DA91EA91-BC7C-44EE-8B0A-4C040B3C5483}" dt="2025-10-29T13:11:19.018" v="807" actId="1076"/>
          <ac:spMkLst>
            <pc:docMk/>
            <pc:sldMk cId="2034216774" sldId="259"/>
            <ac:spMk id="65" creationId="{3E5BFD25-71F1-6E85-E1BB-16FCC50F0FC6}"/>
          </ac:spMkLst>
        </pc:spChg>
        <pc:spChg chg="mod">
          <ac:chgData name="Oliver Hladik" userId="65a9a0d4-2e22-4c03-965b-d66df2ea63ce" providerId="ADAL" clId="{DA91EA91-BC7C-44EE-8B0A-4C040B3C5483}" dt="2025-10-29T13:11:19.018" v="807" actId="1076"/>
          <ac:spMkLst>
            <pc:docMk/>
            <pc:sldMk cId="2034216774" sldId="259"/>
            <ac:spMk id="66" creationId="{771FAB02-BD6B-94D8-9DC7-D9139A1C3DAC}"/>
          </ac:spMkLst>
        </pc:spChg>
        <pc:spChg chg="mod">
          <ac:chgData name="Oliver Hladik" userId="65a9a0d4-2e22-4c03-965b-d66df2ea63ce" providerId="ADAL" clId="{DA91EA91-BC7C-44EE-8B0A-4C040B3C5483}" dt="2025-10-29T13:11:19.018" v="807" actId="1076"/>
          <ac:spMkLst>
            <pc:docMk/>
            <pc:sldMk cId="2034216774" sldId="259"/>
            <ac:spMk id="67" creationId="{458770FF-8DF8-D952-7B91-9BD890F9EF37}"/>
          </ac:spMkLst>
        </pc:spChg>
        <pc:spChg chg="mod">
          <ac:chgData name="Oliver Hladik" userId="65a9a0d4-2e22-4c03-965b-d66df2ea63ce" providerId="ADAL" clId="{DA91EA91-BC7C-44EE-8B0A-4C040B3C5483}" dt="2025-10-29T13:11:19.018" v="807" actId="1076"/>
          <ac:spMkLst>
            <pc:docMk/>
            <pc:sldMk cId="2034216774" sldId="259"/>
            <ac:spMk id="68" creationId="{F694494A-FD0D-204C-26D2-F32924EAFAD8}"/>
          </ac:spMkLst>
        </pc:spChg>
        <pc:spChg chg="mod">
          <ac:chgData name="Oliver Hladik" userId="65a9a0d4-2e22-4c03-965b-d66df2ea63ce" providerId="ADAL" clId="{DA91EA91-BC7C-44EE-8B0A-4C040B3C5483}" dt="2025-10-29T13:11:19.018" v="807" actId="1076"/>
          <ac:spMkLst>
            <pc:docMk/>
            <pc:sldMk cId="2034216774" sldId="259"/>
            <ac:spMk id="80" creationId="{875F207B-A9D3-215A-8A62-1854D21BEB73}"/>
          </ac:spMkLst>
        </pc:spChg>
        <pc:picChg chg="add del mod">
          <ac:chgData name="Oliver Hladik" userId="65a9a0d4-2e22-4c03-965b-d66df2ea63ce" providerId="ADAL" clId="{DA91EA91-BC7C-44EE-8B0A-4C040B3C5483}" dt="2025-10-29T13:10:51.944" v="804" actId="478"/>
          <ac:picMkLst>
            <pc:docMk/>
            <pc:sldMk cId="2034216774" sldId="259"/>
            <ac:picMk id="2" creationId="{5135BA76-2662-4C12-7141-9CDBF5B66D11}"/>
          </ac:picMkLst>
        </pc:picChg>
        <pc:picChg chg="del">
          <ac:chgData name="Oliver Hladik" userId="65a9a0d4-2e22-4c03-965b-d66df2ea63ce" providerId="ADAL" clId="{DA91EA91-BC7C-44EE-8B0A-4C040B3C5483}" dt="2025-10-29T13:03:49.235" v="667" actId="478"/>
          <ac:picMkLst>
            <pc:docMk/>
            <pc:sldMk cId="2034216774" sldId="259"/>
            <ac:picMk id="4" creationId="{B1E521D7-5027-8E56-CB6E-CEB468EBF2AB}"/>
          </ac:picMkLst>
        </pc:picChg>
        <pc:cxnChg chg="add mod">
          <ac:chgData name="Oliver Hladik" userId="65a9a0d4-2e22-4c03-965b-d66df2ea63ce" providerId="ADAL" clId="{DA91EA91-BC7C-44EE-8B0A-4C040B3C5483}" dt="2025-10-29T13:06:29" v="682" actId="1076"/>
          <ac:cxnSpMkLst>
            <pc:docMk/>
            <pc:sldMk cId="2034216774" sldId="259"/>
            <ac:cxnSpMk id="7" creationId="{02FA7539-8A01-87F1-1E66-1E42B96AE5FB}"/>
          </ac:cxnSpMkLst>
        </pc:cxnChg>
        <pc:cxnChg chg="add mod">
          <ac:chgData name="Oliver Hladik" userId="65a9a0d4-2e22-4c03-965b-d66df2ea63ce" providerId="ADAL" clId="{DA91EA91-BC7C-44EE-8B0A-4C040B3C5483}" dt="2025-10-29T13:06:29" v="682" actId="1076"/>
          <ac:cxnSpMkLst>
            <pc:docMk/>
            <pc:sldMk cId="2034216774" sldId="259"/>
            <ac:cxnSpMk id="9" creationId="{89A69249-F67E-F2BF-170A-7B3B3FF0EE02}"/>
          </ac:cxnSpMkLst>
        </pc:cxnChg>
        <pc:cxnChg chg="add mod">
          <ac:chgData name="Oliver Hladik" userId="65a9a0d4-2e22-4c03-965b-d66df2ea63ce" providerId="ADAL" clId="{DA91EA91-BC7C-44EE-8B0A-4C040B3C5483}" dt="2025-10-29T13:06:43.987" v="685" actId="14100"/>
          <ac:cxnSpMkLst>
            <pc:docMk/>
            <pc:sldMk cId="2034216774" sldId="259"/>
            <ac:cxnSpMk id="20" creationId="{9373A9B6-337B-9221-24A5-3224C266314A}"/>
          </ac:cxnSpMkLst>
        </pc:cxnChg>
        <pc:cxnChg chg="add mod">
          <ac:chgData name="Oliver Hladik" userId="65a9a0d4-2e22-4c03-965b-d66df2ea63ce" providerId="ADAL" clId="{DA91EA91-BC7C-44EE-8B0A-4C040B3C5483}" dt="2025-10-29T13:06:57.716" v="690" actId="1037"/>
          <ac:cxnSpMkLst>
            <pc:docMk/>
            <pc:sldMk cId="2034216774" sldId="259"/>
            <ac:cxnSpMk id="29" creationId="{A9F6EB34-DF1C-421B-29DF-7D71E7C97E99}"/>
          </ac:cxnSpMkLst>
        </pc:cxnChg>
        <pc:cxnChg chg="add mod">
          <ac:chgData name="Oliver Hladik" userId="65a9a0d4-2e22-4c03-965b-d66df2ea63ce" providerId="ADAL" clId="{DA91EA91-BC7C-44EE-8B0A-4C040B3C5483}" dt="2025-10-29T13:10:29.750" v="801" actId="1037"/>
          <ac:cxnSpMkLst>
            <pc:docMk/>
            <pc:sldMk cId="2034216774" sldId="259"/>
            <ac:cxnSpMk id="37" creationId="{B21E021E-4EFE-C728-A608-54549AD07E12}"/>
          </ac:cxnSpMkLst>
        </pc:cxnChg>
        <pc:cxnChg chg="add mod">
          <ac:chgData name="Oliver Hladik" userId="65a9a0d4-2e22-4c03-965b-d66df2ea63ce" providerId="ADAL" clId="{DA91EA91-BC7C-44EE-8B0A-4C040B3C5483}" dt="2025-10-29T13:10:43.113" v="803" actId="14100"/>
          <ac:cxnSpMkLst>
            <pc:docMk/>
            <pc:sldMk cId="2034216774" sldId="259"/>
            <ac:cxnSpMk id="44" creationId="{06914FCA-5199-CD0E-5ECA-0E1D6B594140}"/>
          </ac:cxnSpMkLst>
        </pc:cxnChg>
        <pc:cxnChg chg="mod">
          <ac:chgData name="Oliver Hladik" userId="65a9a0d4-2e22-4c03-965b-d66df2ea63ce" providerId="ADAL" clId="{DA91EA91-BC7C-44EE-8B0A-4C040B3C5483}" dt="2025-10-29T13:10:37.383" v="802" actId="14100"/>
          <ac:cxnSpMkLst>
            <pc:docMk/>
            <pc:sldMk cId="2034216774" sldId="259"/>
            <ac:cxnSpMk id="64" creationId="{23208B68-10A9-A1D1-9B83-F2EC7B621277}"/>
          </ac:cxnSpMkLst>
        </pc:cxnChg>
        <pc:cxnChg chg="add mod">
          <ac:chgData name="Oliver Hladik" userId="65a9a0d4-2e22-4c03-965b-d66df2ea63ce" providerId="ADAL" clId="{DA91EA91-BC7C-44EE-8B0A-4C040B3C5483}" dt="2025-10-29T13:08:35.912" v="702" actId="14100"/>
          <ac:cxnSpMkLst>
            <pc:docMk/>
            <pc:sldMk cId="2034216774" sldId="259"/>
            <ac:cxnSpMk id="76" creationId="{CDFD7737-E381-E6B3-3B5E-A079C67B275D}"/>
          </ac:cxnSpMkLst>
        </pc:cxnChg>
        <pc:cxnChg chg="add mod">
          <ac:chgData name="Oliver Hladik" userId="65a9a0d4-2e22-4c03-965b-d66df2ea63ce" providerId="ADAL" clId="{DA91EA91-BC7C-44EE-8B0A-4C040B3C5483}" dt="2025-10-29T13:08:42.081" v="704" actId="1076"/>
          <ac:cxnSpMkLst>
            <pc:docMk/>
            <pc:sldMk cId="2034216774" sldId="259"/>
            <ac:cxnSpMk id="78" creationId="{BED3E3FF-7142-2F20-EC61-FB3E08AFE3CE}"/>
          </ac:cxnSpMkLst>
        </pc:cxnChg>
        <pc:cxnChg chg="add mod">
          <ac:chgData name="Oliver Hladik" userId="65a9a0d4-2e22-4c03-965b-d66df2ea63ce" providerId="ADAL" clId="{DA91EA91-BC7C-44EE-8B0A-4C040B3C5483}" dt="2025-10-29T13:09:10.888" v="707" actId="1036"/>
          <ac:cxnSpMkLst>
            <pc:docMk/>
            <pc:sldMk cId="2034216774" sldId="259"/>
            <ac:cxnSpMk id="81" creationId="{4BCEC12A-16FB-D0EC-4783-4349BF187633}"/>
          </ac:cxnSpMkLst>
        </pc:cxnChg>
        <pc:cxnChg chg="add mod">
          <ac:chgData name="Oliver Hladik" userId="65a9a0d4-2e22-4c03-965b-d66df2ea63ce" providerId="ADAL" clId="{DA91EA91-BC7C-44EE-8B0A-4C040B3C5483}" dt="2025-10-29T13:10:29.750" v="801" actId="1037"/>
          <ac:cxnSpMkLst>
            <pc:docMk/>
            <pc:sldMk cId="2034216774" sldId="259"/>
            <ac:cxnSpMk id="84" creationId="{EB04A81A-1059-BD6E-9E46-39D501A03FB9}"/>
          </ac:cxnSpMkLst>
        </pc:cxn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43892C2-2709-07DD-8764-13E008155C5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25DF4796-CFF5-800A-1EB2-4A078AA661D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de-AT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0F4F8C2-7BFA-75A1-49E9-E5585D4989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CEB9EE-554A-4AEE-96E3-EB53994BE8D8}" type="datetimeFigureOut">
              <a:rPr lang="de-AT" smtClean="0"/>
              <a:t>29.10.2025</a:t>
            </a:fld>
            <a:endParaRPr lang="de-AT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689312E-C04B-431D-DD6E-C15B7818E3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1FD3022-9A44-6F77-0D94-D472D42BAC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8C4EBA-BBE0-49E0-AF62-2354F6FD6359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40109831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B6456AD-3FEC-CF0D-F024-3777963054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4FBCE6D-BC24-5C17-D4D1-02A9507C05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E7F15CB-3AAC-9C48-0F6D-7EED7D8B7B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CEB9EE-554A-4AEE-96E3-EB53994BE8D8}" type="datetimeFigureOut">
              <a:rPr lang="de-AT" smtClean="0"/>
              <a:t>29.10.2025</a:t>
            </a:fld>
            <a:endParaRPr lang="de-AT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990B3D6-A032-6E03-DEE1-63CF51E645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71A425D-A9B0-1C10-1796-8B5B5F9EB3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8C4EBA-BBE0-49E0-AF62-2354F6FD6359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8232970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B20E2B1-23CB-66D4-1376-04CC0155D9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F1B1E0D8-3189-B3EE-36F2-9995E5AA63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FE8B88B-C703-5544-B895-FA0FFFB2FE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CEB9EE-554A-4AEE-96E3-EB53994BE8D8}" type="datetimeFigureOut">
              <a:rPr lang="de-AT" smtClean="0"/>
              <a:t>29.10.2025</a:t>
            </a:fld>
            <a:endParaRPr lang="de-AT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C721BEC-E65B-0653-22E2-7557CEAAF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1338733-700A-6B9D-8201-69F1080460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8C4EBA-BBE0-49E0-AF62-2354F6FD6359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5222358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1A9C623-7D9C-A5DA-0441-33E5558F22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C1E5FD3-9B8A-BA62-5B85-4A1B612F20E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D4F7B061-4A99-6EF4-D544-27DC9849B0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BD5C1387-6CA9-01E6-E57A-0FFA059495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CEB9EE-554A-4AEE-96E3-EB53994BE8D8}" type="datetimeFigureOut">
              <a:rPr lang="de-AT" smtClean="0"/>
              <a:t>29.10.2025</a:t>
            </a:fld>
            <a:endParaRPr lang="de-AT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4E0C7356-3AA3-31B5-EA70-705B5CC0BB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2545239B-EDEA-890E-1CFD-3C49FFD91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8C4EBA-BBE0-49E0-AF62-2354F6FD6359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134461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F828FEE-6DB3-AF34-D514-B02CD5C70A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C0772754-35B5-0226-8C3F-CC8BA2BC9F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53E90B19-624F-3EF7-C468-8A7A9F48DD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D8EC0731-98BC-759B-1FE0-5124EB24E2A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CF5CAEF2-7C69-4266-E3EA-507258F3286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6646B9B5-A855-6E4B-E393-94B959A998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CEB9EE-554A-4AEE-96E3-EB53994BE8D8}" type="datetimeFigureOut">
              <a:rPr lang="de-AT" smtClean="0"/>
              <a:t>29.10.2025</a:t>
            </a:fld>
            <a:endParaRPr lang="de-AT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9177A6F2-D02B-0A55-C0BC-7DCA02B131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CBC1F29E-F76F-05D6-7B12-8A42FD98F5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8C4EBA-BBE0-49E0-AF62-2354F6FD6359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6525172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22D22D5-606C-8FEA-D97D-2BCC97C6C3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E26617D7-DA07-5D62-F97D-1169006C93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CEB9EE-554A-4AEE-96E3-EB53994BE8D8}" type="datetimeFigureOut">
              <a:rPr lang="de-AT" smtClean="0"/>
              <a:t>29.10.2025</a:t>
            </a:fld>
            <a:endParaRPr lang="de-AT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06280E8E-0E30-10A5-4173-306D2AA36E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FBD9AD7-D6D7-B050-8EDF-463CF02D0F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8C4EBA-BBE0-49E0-AF62-2354F6FD6359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7351096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CDF8B78E-9822-3737-3F33-F233A89AE7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CEB9EE-554A-4AEE-96E3-EB53994BE8D8}" type="datetimeFigureOut">
              <a:rPr lang="de-AT" smtClean="0"/>
              <a:t>29.10.2025</a:t>
            </a:fld>
            <a:endParaRPr lang="de-AT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3A50A6AD-ACAF-61F5-3F06-08A081A60B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CD5722BA-647D-C079-809A-3B329FE135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8C4EBA-BBE0-49E0-AF62-2354F6FD6359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0815511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06D8DF8-EA47-6A32-4640-2298AFF4C6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C16A7B4-D2DC-517C-3097-F8C1F76C70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6DA07CC1-ADE7-8646-EB3A-6FFF2D7FF01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DDD89881-75A1-C50F-16D7-63477247F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CEB9EE-554A-4AEE-96E3-EB53994BE8D8}" type="datetimeFigureOut">
              <a:rPr lang="de-AT" smtClean="0"/>
              <a:t>29.10.2025</a:t>
            </a:fld>
            <a:endParaRPr lang="de-AT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E5B562E2-8C9B-1265-18CC-079353BD8E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6DADB712-102B-1810-B788-E39A83C6E4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8C4EBA-BBE0-49E0-AF62-2354F6FD6359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0160302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1E579D8-C10C-14DA-987A-336DCB9995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0D79226E-6B41-A47F-711E-914DC36D9DC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AT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D2E1CEDA-1A95-97D0-4A28-3C8FB6D45A9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CE8D0599-F2B4-1877-EA09-64929ED771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CEB9EE-554A-4AEE-96E3-EB53994BE8D8}" type="datetimeFigureOut">
              <a:rPr lang="de-AT" smtClean="0"/>
              <a:t>29.10.2025</a:t>
            </a:fld>
            <a:endParaRPr lang="de-AT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07A72F34-2A8F-AB59-5BF7-895CDE5461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0AA38AE5-410D-4490-EF62-11AFB8C791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8C4EBA-BBE0-49E0-AF62-2354F6FD6359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42061432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0E06FDD-3E70-C831-3C2F-88C4EB281E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6B7BA214-04B3-07A4-AEEA-24A62625EB7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8B63185-BC68-6CD8-B051-E05D7CA079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CEB9EE-554A-4AEE-96E3-EB53994BE8D8}" type="datetimeFigureOut">
              <a:rPr lang="de-AT" smtClean="0"/>
              <a:t>29.10.2025</a:t>
            </a:fld>
            <a:endParaRPr lang="de-AT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D436C1B0-388E-D8D2-4718-7C1E116999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44B2F6C-17E3-255E-0DB8-19E7B08247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8C4EBA-BBE0-49E0-AF62-2354F6FD6359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41255280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678E890D-4E06-C054-6CB0-95D6ED982BF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75D26BD2-4A6A-0A68-0F5D-A95E0F564DE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4305239-EC28-5E10-3E95-1F8CCB9D9C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CEB9EE-554A-4AEE-96E3-EB53994BE8D8}" type="datetimeFigureOut">
              <a:rPr lang="de-AT" smtClean="0"/>
              <a:t>29.10.2025</a:t>
            </a:fld>
            <a:endParaRPr lang="de-AT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0F46ABB-9F68-4788-E67A-B8C8149A00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04DA73C-3FCC-4E99-8016-699DE5CCEE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8C4EBA-BBE0-49E0-AF62-2354F6FD6359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504187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24CFC812-4C03-35A1-F38A-7CB1A0032C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E68231FF-A85C-0A9E-8C69-20468834C9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89532F8-7E8B-DE83-98AC-D8531B59E8B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BCEB9EE-554A-4AEE-96E3-EB53994BE8D8}" type="datetimeFigureOut">
              <a:rPr lang="de-AT" smtClean="0"/>
              <a:t>29.10.2025</a:t>
            </a:fld>
            <a:endParaRPr lang="de-AT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FDA9E99-E65A-50BD-E156-7CC4FACBEF0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AT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D673496-7E6C-66BA-A005-357E3558432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28C4EBA-BBE0-49E0-AF62-2354F6FD6359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1226373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3">
            <a:extLst>
              <a:ext uri="{FF2B5EF4-FFF2-40B4-BE49-F238E27FC236}">
                <a16:creationId xmlns:a16="http://schemas.microsoft.com/office/drawing/2014/main" id="{05565496-E576-9100-BF27-F2FF384A5E69}"/>
              </a:ext>
            </a:extLst>
          </p:cNvPr>
          <p:cNvSpPr/>
          <p:nvPr/>
        </p:nvSpPr>
        <p:spPr>
          <a:xfrm>
            <a:off x="2263198" y="866198"/>
            <a:ext cx="1181100" cy="95250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AT" dirty="0"/>
              <a:t>Tiefpass-</a:t>
            </a:r>
            <a:br>
              <a:rPr lang="de-AT" dirty="0"/>
            </a:br>
            <a:r>
              <a:rPr lang="de-AT" dirty="0"/>
              <a:t>Filter</a:t>
            </a:r>
          </a:p>
        </p:txBody>
      </p:sp>
      <p:cxnSp>
        <p:nvCxnSpPr>
          <p:cNvPr id="6" name="Gerade Verbindung mit Pfeil 5">
            <a:extLst>
              <a:ext uri="{FF2B5EF4-FFF2-40B4-BE49-F238E27FC236}">
                <a16:creationId xmlns:a16="http://schemas.microsoft.com/office/drawing/2014/main" id="{6CF7290C-D40E-B7E7-D8C8-66B8C18B0BB5}"/>
              </a:ext>
            </a:extLst>
          </p:cNvPr>
          <p:cNvCxnSpPr>
            <a:endCxn id="4" idx="1"/>
          </p:cNvCxnSpPr>
          <p:nvPr/>
        </p:nvCxnSpPr>
        <p:spPr>
          <a:xfrm flipV="1">
            <a:off x="1159979" y="1342447"/>
            <a:ext cx="1103219" cy="0"/>
          </a:xfrm>
          <a:prstGeom prst="straightConnector1">
            <a:avLst/>
          </a:prstGeom>
          <a:ln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Gerade Verbindung mit Pfeil 6">
            <a:extLst>
              <a:ext uri="{FF2B5EF4-FFF2-40B4-BE49-F238E27FC236}">
                <a16:creationId xmlns:a16="http://schemas.microsoft.com/office/drawing/2014/main" id="{9E6CEEE4-7C4E-0D7D-69AD-68CE8548E6AA}"/>
              </a:ext>
            </a:extLst>
          </p:cNvPr>
          <p:cNvCxnSpPr/>
          <p:nvPr/>
        </p:nvCxnSpPr>
        <p:spPr>
          <a:xfrm flipV="1">
            <a:off x="3444298" y="1342447"/>
            <a:ext cx="1103219" cy="0"/>
          </a:xfrm>
          <a:prstGeom prst="straightConnector1">
            <a:avLst/>
          </a:prstGeom>
          <a:ln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hteck 7">
            <a:extLst>
              <a:ext uri="{FF2B5EF4-FFF2-40B4-BE49-F238E27FC236}">
                <a16:creationId xmlns:a16="http://schemas.microsoft.com/office/drawing/2014/main" id="{387CFADF-43A5-9912-D640-F8177CA98A53}"/>
              </a:ext>
            </a:extLst>
          </p:cNvPr>
          <p:cNvSpPr/>
          <p:nvPr/>
        </p:nvSpPr>
        <p:spPr>
          <a:xfrm>
            <a:off x="4547517" y="866198"/>
            <a:ext cx="1181100" cy="95250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AT" dirty="0"/>
              <a:t>Sample</a:t>
            </a:r>
          </a:p>
          <a:p>
            <a:pPr algn="ctr"/>
            <a:endParaRPr lang="de-AT" dirty="0"/>
          </a:p>
          <a:p>
            <a:pPr algn="ctr"/>
            <a:endParaRPr lang="de-AT" dirty="0"/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395C6976-41A9-5107-06A9-E03C7A1D415D}"/>
              </a:ext>
            </a:extLst>
          </p:cNvPr>
          <p:cNvSpPr/>
          <p:nvPr/>
        </p:nvSpPr>
        <p:spPr>
          <a:xfrm>
            <a:off x="6831836" y="866198"/>
            <a:ext cx="1181100" cy="95250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br>
              <a:rPr lang="de-AT" dirty="0"/>
            </a:br>
            <a:r>
              <a:rPr lang="de-AT" dirty="0"/>
              <a:t>Hold &amp;</a:t>
            </a:r>
            <a:br>
              <a:rPr lang="de-AT" dirty="0"/>
            </a:br>
            <a:r>
              <a:rPr lang="de-AT" dirty="0"/>
              <a:t>ADC</a:t>
            </a:r>
          </a:p>
          <a:p>
            <a:pPr algn="ctr"/>
            <a:endParaRPr lang="de-AT" dirty="0"/>
          </a:p>
        </p:txBody>
      </p:sp>
      <p:cxnSp>
        <p:nvCxnSpPr>
          <p:cNvPr id="10" name="Gerade Verbindung mit Pfeil 9">
            <a:extLst>
              <a:ext uri="{FF2B5EF4-FFF2-40B4-BE49-F238E27FC236}">
                <a16:creationId xmlns:a16="http://schemas.microsoft.com/office/drawing/2014/main" id="{57D8FD1D-9902-6AC9-49D1-2BCF05F2C05A}"/>
              </a:ext>
            </a:extLst>
          </p:cNvPr>
          <p:cNvCxnSpPr/>
          <p:nvPr/>
        </p:nvCxnSpPr>
        <p:spPr>
          <a:xfrm flipV="1">
            <a:off x="5728617" y="1342447"/>
            <a:ext cx="1103219" cy="0"/>
          </a:xfrm>
          <a:prstGeom prst="straightConnector1">
            <a:avLst/>
          </a:prstGeom>
          <a:ln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Gerade Verbindung mit Pfeil 10">
            <a:extLst>
              <a:ext uri="{FF2B5EF4-FFF2-40B4-BE49-F238E27FC236}">
                <a16:creationId xmlns:a16="http://schemas.microsoft.com/office/drawing/2014/main" id="{D20C71A1-FD58-C381-0B0B-3BDC3A1AC6B3}"/>
              </a:ext>
            </a:extLst>
          </p:cNvPr>
          <p:cNvCxnSpPr/>
          <p:nvPr/>
        </p:nvCxnSpPr>
        <p:spPr>
          <a:xfrm flipV="1">
            <a:off x="8012936" y="1359476"/>
            <a:ext cx="1103219" cy="0"/>
          </a:xfrm>
          <a:prstGeom prst="straightConnector1">
            <a:avLst/>
          </a:prstGeom>
          <a:ln>
            <a:solidFill>
              <a:srgbClr val="FFC000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Gerade Verbindung mit Pfeil 13">
            <a:extLst>
              <a:ext uri="{FF2B5EF4-FFF2-40B4-BE49-F238E27FC236}">
                <a16:creationId xmlns:a16="http://schemas.microsoft.com/office/drawing/2014/main" id="{D296907C-71EF-E757-28D3-7CE3D5DE9633}"/>
              </a:ext>
            </a:extLst>
          </p:cNvPr>
          <p:cNvCxnSpPr>
            <a:cxnSpLocks/>
          </p:cNvCxnSpPr>
          <p:nvPr/>
        </p:nvCxnSpPr>
        <p:spPr>
          <a:xfrm flipH="1">
            <a:off x="9098316" y="1359476"/>
            <a:ext cx="17839" cy="2955206"/>
          </a:xfrm>
          <a:prstGeom prst="straightConnector1">
            <a:avLst/>
          </a:prstGeom>
          <a:ln>
            <a:solidFill>
              <a:srgbClr val="FFC000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Gerade Verbindung mit Pfeil 15">
            <a:extLst>
              <a:ext uri="{FF2B5EF4-FFF2-40B4-BE49-F238E27FC236}">
                <a16:creationId xmlns:a16="http://schemas.microsoft.com/office/drawing/2014/main" id="{59B44971-519E-3ECC-2DA1-9DA2315C2CB4}"/>
              </a:ext>
            </a:extLst>
          </p:cNvPr>
          <p:cNvCxnSpPr>
            <a:cxnSpLocks/>
            <a:endCxn id="18" idx="3"/>
          </p:cNvCxnSpPr>
          <p:nvPr/>
        </p:nvCxnSpPr>
        <p:spPr>
          <a:xfrm flipH="1" flipV="1">
            <a:off x="7965317" y="4310064"/>
            <a:ext cx="1132999" cy="4619"/>
          </a:xfrm>
          <a:prstGeom prst="straightConnector1">
            <a:avLst/>
          </a:prstGeom>
          <a:ln>
            <a:solidFill>
              <a:srgbClr val="FFC000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hteck 17">
            <a:extLst>
              <a:ext uri="{FF2B5EF4-FFF2-40B4-BE49-F238E27FC236}">
                <a16:creationId xmlns:a16="http://schemas.microsoft.com/office/drawing/2014/main" id="{1014BC3F-D161-FCFF-436A-BC1C03E03B89}"/>
              </a:ext>
            </a:extLst>
          </p:cNvPr>
          <p:cNvSpPr/>
          <p:nvPr/>
        </p:nvSpPr>
        <p:spPr>
          <a:xfrm>
            <a:off x="6784217" y="3714319"/>
            <a:ext cx="1181100" cy="1191489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 anchorCtr="1"/>
          <a:lstStyle/>
          <a:p>
            <a:pPr algn="ctr"/>
            <a:br>
              <a:rPr lang="de-AT" dirty="0"/>
            </a:br>
            <a:r>
              <a:rPr lang="de-AT" dirty="0"/>
              <a:t>Digital </a:t>
            </a:r>
            <a:br>
              <a:rPr lang="de-AT" dirty="0"/>
            </a:br>
            <a:r>
              <a:rPr lang="de-AT" dirty="0"/>
              <a:t>Signal </a:t>
            </a:r>
            <a:br>
              <a:rPr lang="de-AT" dirty="0"/>
            </a:br>
            <a:r>
              <a:rPr lang="de-AT" dirty="0" err="1"/>
              <a:t>Processor</a:t>
            </a:r>
            <a:endParaRPr lang="de-AT" dirty="0"/>
          </a:p>
          <a:p>
            <a:pPr algn="ctr"/>
            <a:endParaRPr lang="de-AT" dirty="0"/>
          </a:p>
        </p:txBody>
      </p:sp>
      <p:cxnSp>
        <p:nvCxnSpPr>
          <p:cNvPr id="20" name="Gerade Verbindung mit Pfeil 19">
            <a:extLst>
              <a:ext uri="{FF2B5EF4-FFF2-40B4-BE49-F238E27FC236}">
                <a16:creationId xmlns:a16="http://schemas.microsoft.com/office/drawing/2014/main" id="{19388A1D-40A6-787E-BD7B-877B72E5BAA8}"/>
              </a:ext>
            </a:extLst>
          </p:cNvPr>
          <p:cNvCxnSpPr>
            <a:cxnSpLocks/>
          </p:cNvCxnSpPr>
          <p:nvPr/>
        </p:nvCxnSpPr>
        <p:spPr>
          <a:xfrm flipH="1" flipV="1">
            <a:off x="5707587" y="4310064"/>
            <a:ext cx="1054099" cy="4618"/>
          </a:xfrm>
          <a:prstGeom prst="straightConnector1">
            <a:avLst/>
          </a:prstGeom>
          <a:ln>
            <a:solidFill>
              <a:srgbClr val="FFC000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Gerade Verbindung mit Pfeil 20">
            <a:extLst>
              <a:ext uri="{FF2B5EF4-FFF2-40B4-BE49-F238E27FC236}">
                <a16:creationId xmlns:a16="http://schemas.microsoft.com/office/drawing/2014/main" id="{A8620A3E-ECD8-886F-4C40-F572D9C65B5A}"/>
              </a:ext>
            </a:extLst>
          </p:cNvPr>
          <p:cNvCxnSpPr>
            <a:cxnSpLocks/>
          </p:cNvCxnSpPr>
          <p:nvPr/>
        </p:nvCxnSpPr>
        <p:spPr>
          <a:xfrm flipH="1">
            <a:off x="3608249" y="4277736"/>
            <a:ext cx="951209" cy="0"/>
          </a:xfrm>
          <a:prstGeom prst="straightConnector1">
            <a:avLst/>
          </a:prstGeom>
          <a:ln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chteck 22">
            <a:extLst>
              <a:ext uri="{FF2B5EF4-FFF2-40B4-BE49-F238E27FC236}">
                <a16:creationId xmlns:a16="http://schemas.microsoft.com/office/drawing/2014/main" id="{A34DB163-6851-6FAC-5AE8-67B0DF0FFE01}"/>
              </a:ext>
            </a:extLst>
          </p:cNvPr>
          <p:cNvSpPr/>
          <p:nvPr/>
        </p:nvSpPr>
        <p:spPr>
          <a:xfrm>
            <a:off x="4559458" y="3838432"/>
            <a:ext cx="1181100" cy="95250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br>
              <a:rPr lang="de-AT" dirty="0"/>
            </a:br>
            <a:r>
              <a:rPr lang="de-AT" dirty="0"/>
              <a:t>Hold &amp;</a:t>
            </a:r>
            <a:br>
              <a:rPr lang="de-AT" dirty="0"/>
            </a:br>
            <a:r>
              <a:rPr lang="de-AT" dirty="0"/>
              <a:t>DAC</a:t>
            </a:r>
          </a:p>
          <a:p>
            <a:pPr algn="ctr"/>
            <a:endParaRPr lang="de-AT" dirty="0"/>
          </a:p>
        </p:txBody>
      </p:sp>
      <p:sp>
        <p:nvSpPr>
          <p:cNvPr id="27" name="Rechteck 26">
            <a:extLst>
              <a:ext uri="{FF2B5EF4-FFF2-40B4-BE49-F238E27FC236}">
                <a16:creationId xmlns:a16="http://schemas.microsoft.com/office/drawing/2014/main" id="{C3EB7C29-5939-8A9D-AE5E-3F1F66DF98E0}"/>
              </a:ext>
            </a:extLst>
          </p:cNvPr>
          <p:cNvSpPr/>
          <p:nvPr/>
        </p:nvSpPr>
        <p:spPr>
          <a:xfrm>
            <a:off x="2404618" y="3838432"/>
            <a:ext cx="1181100" cy="95250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AT" dirty="0"/>
              <a:t>Tiefpass-</a:t>
            </a:r>
            <a:br>
              <a:rPr lang="de-AT" dirty="0"/>
            </a:br>
            <a:r>
              <a:rPr lang="de-AT" dirty="0"/>
              <a:t>Filter</a:t>
            </a:r>
          </a:p>
        </p:txBody>
      </p:sp>
      <p:cxnSp>
        <p:nvCxnSpPr>
          <p:cNvPr id="28" name="Gerade Verbindung mit Pfeil 27">
            <a:extLst>
              <a:ext uri="{FF2B5EF4-FFF2-40B4-BE49-F238E27FC236}">
                <a16:creationId xmlns:a16="http://schemas.microsoft.com/office/drawing/2014/main" id="{916A5A71-1202-229B-C5E7-3B56DDF940A7}"/>
              </a:ext>
            </a:extLst>
          </p:cNvPr>
          <p:cNvCxnSpPr>
            <a:cxnSpLocks/>
          </p:cNvCxnSpPr>
          <p:nvPr/>
        </p:nvCxnSpPr>
        <p:spPr>
          <a:xfrm flipH="1">
            <a:off x="1325526" y="4304001"/>
            <a:ext cx="1079092" cy="0"/>
          </a:xfrm>
          <a:prstGeom prst="straightConnector1">
            <a:avLst/>
          </a:prstGeom>
          <a:ln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Freihandform: Form 35">
            <a:extLst>
              <a:ext uri="{FF2B5EF4-FFF2-40B4-BE49-F238E27FC236}">
                <a16:creationId xmlns:a16="http://schemas.microsoft.com/office/drawing/2014/main" id="{5484C099-D055-7DDA-23B0-7B410ED6DFA2}"/>
              </a:ext>
            </a:extLst>
          </p:cNvPr>
          <p:cNvSpPr/>
          <p:nvPr/>
        </p:nvSpPr>
        <p:spPr>
          <a:xfrm>
            <a:off x="1637366" y="2126477"/>
            <a:ext cx="1570182" cy="315580"/>
          </a:xfrm>
          <a:custGeom>
            <a:avLst/>
            <a:gdLst>
              <a:gd name="connsiteX0" fmla="*/ 0 w 1570182"/>
              <a:gd name="connsiteY0" fmla="*/ 223025 h 315580"/>
              <a:gd name="connsiteX1" fmla="*/ 563418 w 1570182"/>
              <a:gd name="connsiteY1" fmla="*/ 1353 h 315580"/>
              <a:gd name="connsiteX2" fmla="*/ 1062182 w 1570182"/>
              <a:gd name="connsiteY2" fmla="*/ 315389 h 315580"/>
              <a:gd name="connsiteX3" fmla="*/ 1570182 w 1570182"/>
              <a:gd name="connsiteY3" fmla="*/ 47534 h 315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570182" h="315580">
                <a:moveTo>
                  <a:pt x="0" y="223025"/>
                </a:moveTo>
                <a:cubicBezTo>
                  <a:pt x="193194" y="104492"/>
                  <a:pt x="386388" y="-14041"/>
                  <a:pt x="563418" y="1353"/>
                </a:cubicBezTo>
                <a:cubicBezTo>
                  <a:pt x="740448" y="16747"/>
                  <a:pt x="894388" y="307692"/>
                  <a:pt x="1062182" y="315389"/>
                </a:cubicBezTo>
                <a:cubicBezTo>
                  <a:pt x="1229976" y="323086"/>
                  <a:pt x="1479358" y="96795"/>
                  <a:pt x="1570182" y="47534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37" name="Textfeld 36">
            <a:extLst>
              <a:ext uri="{FF2B5EF4-FFF2-40B4-BE49-F238E27FC236}">
                <a16:creationId xmlns:a16="http://schemas.microsoft.com/office/drawing/2014/main" id="{28F94B63-DF6C-6028-B4D1-6B0E30D4955F}"/>
              </a:ext>
            </a:extLst>
          </p:cNvPr>
          <p:cNvSpPr txBox="1"/>
          <p:nvPr/>
        </p:nvSpPr>
        <p:spPr>
          <a:xfrm>
            <a:off x="1077370" y="630742"/>
            <a:ext cx="11015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AT" dirty="0">
                <a:solidFill>
                  <a:schemeClr val="tx2">
                    <a:lumMod val="75000"/>
                    <a:lumOff val="25000"/>
                  </a:schemeClr>
                </a:solidFill>
              </a:rPr>
              <a:t>Analoges</a:t>
            </a:r>
            <a:br>
              <a:rPr lang="de-AT" dirty="0">
                <a:solidFill>
                  <a:schemeClr val="tx2">
                    <a:lumMod val="75000"/>
                    <a:lumOff val="25000"/>
                  </a:schemeClr>
                </a:solidFill>
              </a:rPr>
            </a:br>
            <a:r>
              <a:rPr lang="de-AT" dirty="0">
                <a:solidFill>
                  <a:schemeClr val="tx2">
                    <a:lumMod val="75000"/>
                    <a:lumOff val="25000"/>
                  </a:schemeClr>
                </a:solidFill>
              </a:rPr>
              <a:t>Signal</a:t>
            </a:r>
          </a:p>
        </p:txBody>
      </p:sp>
      <p:sp>
        <p:nvSpPr>
          <p:cNvPr id="38" name="Textfeld 37">
            <a:extLst>
              <a:ext uri="{FF2B5EF4-FFF2-40B4-BE49-F238E27FC236}">
                <a16:creationId xmlns:a16="http://schemas.microsoft.com/office/drawing/2014/main" id="{83456834-59BF-3971-DC7D-3FD0533671FC}"/>
              </a:ext>
            </a:extLst>
          </p:cNvPr>
          <p:cNvSpPr txBox="1"/>
          <p:nvPr/>
        </p:nvSpPr>
        <p:spPr>
          <a:xfrm>
            <a:off x="1264912" y="3577971"/>
            <a:ext cx="11015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AT" dirty="0">
                <a:solidFill>
                  <a:schemeClr val="tx2">
                    <a:lumMod val="75000"/>
                    <a:lumOff val="25000"/>
                  </a:schemeClr>
                </a:solidFill>
              </a:rPr>
              <a:t>Analoges</a:t>
            </a:r>
            <a:br>
              <a:rPr lang="de-AT" dirty="0">
                <a:solidFill>
                  <a:schemeClr val="tx2">
                    <a:lumMod val="75000"/>
                    <a:lumOff val="25000"/>
                  </a:schemeClr>
                </a:solidFill>
              </a:rPr>
            </a:br>
            <a:r>
              <a:rPr lang="de-AT" dirty="0">
                <a:solidFill>
                  <a:schemeClr val="tx2">
                    <a:lumMod val="75000"/>
                    <a:lumOff val="25000"/>
                  </a:schemeClr>
                </a:solidFill>
              </a:rPr>
              <a:t>Signal</a:t>
            </a:r>
          </a:p>
        </p:txBody>
      </p:sp>
      <p:cxnSp>
        <p:nvCxnSpPr>
          <p:cNvPr id="39" name="Gerader Verbinder 38">
            <a:extLst>
              <a:ext uri="{FF2B5EF4-FFF2-40B4-BE49-F238E27FC236}">
                <a16:creationId xmlns:a16="http://schemas.microsoft.com/office/drawing/2014/main" id="{502920DA-8C19-68E1-F242-FD4C187B48AD}"/>
              </a:ext>
            </a:extLst>
          </p:cNvPr>
          <p:cNvCxnSpPr>
            <a:cxnSpLocks/>
          </p:cNvCxnSpPr>
          <p:nvPr/>
        </p:nvCxnSpPr>
        <p:spPr>
          <a:xfrm>
            <a:off x="1628130" y="1933000"/>
            <a:ext cx="0" cy="72130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Gerader Verbinder 39">
            <a:extLst>
              <a:ext uri="{FF2B5EF4-FFF2-40B4-BE49-F238E27FC236}">
                <a16:creationId xmlns:a16="http://schemas.microsoft.com/office/drawing/2014/main" id="{EE1D5D45-F1DB-CE49-4312-A239BECBE0BA}"/>
              </a:ext>
            </a:extLst>
          </p:cNvPr>
          <p:cNvCxnSpPr>
            <a:cxnSpLocks/>
          </p:cNvCxnSpPr>
          <p:nvPr/>
        </p:nvCxnSpPr>
        <p:spPr>
          <a:xfrm>
            <a:off x="1628130" y="2654302"/>
            <a:ext cx="1525952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Gerader Verbinder 40">
            <a:extLst>
              <a:ext uri="{FF2B5EF4-FFF2-40B4-BE49-F238E27FC236}">
                <a16:creationId xmlns:a16="http://schemas.microsoft.com/office/drawing/2014/main" id="{0C7CD7E3-15B2-6F1F-1C63-4955F1EA6A19}"/>
              </a:ext>
            </a:extLst>
          </p:cNvPr>
          <p:cNvCxnSpPr>
            <a:cxnSpLocks/>
          </p:cNvCxnSpPr>
          <p:nvPr/>
        </p:nvCxnSpPr>
        <p:spPr>
          <a:xfrm>
            <a:off x="4101692" y="1933000"/>
            <a:ext cx="0" cy="72130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Gerader Verbinder 41">
            <a:extLst>
              <a:ext uri="{FF2B5EF4-FFF2-40B4-BE49-F238E27FC236}">
                <a16:creationId xmlns:a16="http://schemas.microsoft.com/office/drawing/2014/main" id="{A66CB03F-C9E8-CF33-6681-4C65FD64577D}"/>
              </a:ext>
            </a:extLst>
          </p:cNvPr>
          <p:cNvCxnSpPr>
            <a:cxnSpLocks/>
          </p:cNvCxnSpPr>
          <p:nvPr/>
        </p:nvCxnSpPr>
        <p:spPr>
          <a:xfrm>
            <a:off x="4101692" y="2654302"/>
            <a:ext cx="1525952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Gerader Verbinder 42">
            <a:extLst>
              <a:ext uri="{FF2B5EF4-FFF2-40B4-BE49-F238E27FC236}">
                <a16:creationId xmlns:a16="http://schemas.microsoft.com/office/drawing/2014/main" id="{0C976D54-ED4E-8A6D-8AE1-3E278B511A47}"/>
              </a:ext>
            </a:extLst>
          </p:cNvPr>
          <p:cNvCxnSpPr>
            <a:cxnSpLocks/>
          </p:cNvCxnSpPr>
          <p:nvPr/>
        </p:nvCxnSpPr>
        <p:spPr>
          <a:xfrm>
            <a:off x="6629630" y="1933000"/>
            <a:ext cx="0" cy="72130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Gerader Verbinder 43">
            <a:extLst>
              <a:ext uri="{FF2B5EF4-FFF2-40B4-BE49-F238E27FC236}">
                <a16:creationId xmlns:a16="http://schemas.microsoft.com/office/drawing/2014/main" id="{45B6E746-0989-1202-704C-AFA46D970F19}"/>
              </a:ext>
            </a:extLst>
          </p:cNvPr>
          <p:cNvCxnSpPr>
            <a:cxnSpLocks/>
          </p:cNvCxnSpPr>
          <p:nvPr/>
        </p:nvCxnSpPr>
        <p:spPr>
          <a:xfrm>
            <a:off x="6629630" y="2654302"/>
            <a:ext cx="1525952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Gerader Verbinder 44">
            <a:extLst>
              <a:ext uri="{FF2B5EF4-FFF2-40B4-BE49-F238E27FC236}">
                <a16:creationId xmlns:a16="http://schemas.microsoft.com/office/drawing/2014/main" id="{EFBBCFA9-B118-239C-EED0-816CDC1DDEED}"/>
              </a:ext>
            </a:extLst>
          </p:cNvPr>
          <p:cNvCxnSpPr>
            <a:cxnSpLocks/>
          </p:cNvCxnSpPr>
          <p:nvPr/>
        </p:nvCxnSpPr>
        <p:spPr>
          <a:xfrm>
            <a:off x="4264531" y="5031949"/>
            <a:ext cx="0" cy="72130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Gerader Verbinder 45">
            <a:extLst>
              <a:ext uri="{FF2B5EF4-FFF2-40B4-BE49-F238E27FC236}">
                <a16:creationId xmlns:a16="http://schemas.microsoft.com/office/drawing/2014/main" id="{B497DC54-37E5-6DC1-C7BF-2A621CF2AD8A}"/>
              </a:ext>
            </a:extLst>
          </p:cNvPr>
          <p:cNvCxnSpPr>
            <a:cxnSpLocks/>
          </p:cNvCxnSpPr>
          <p:nvPr/>
        </p:nvCxnSpPr>
        <p:spPr>
          <a:xfrm>
            <a:off x="4264531" y="5753251"/>
            <a:ext cx="1525952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Gerader Verbinder 46">
            <a:extLst>
              <a:ext uri="{FF2B5EF4-FFF2-40B4-BE49-F238E27FC236}">
                <a16:creationId xmlns:a16="http://schemas.microsoft.com/office/drawing/2014/main" id="{90C9CE7F-A5B9-9D9C-3790-FA33CCC61EC3}"/>
              </a:ext>
            </a:extLst>
          </p:cNvPr>
          <p:cNvCxnSpPr>
            <a:cxnSpLocks/>
          </p:cNvCxnSpPr>
          <p:nvPr/>
        </p:nvCxnSpPr>
        <p:spPr>
          <a:xfrm>
            <a:off x="1693749" y="5031949"/>
            <a:ext cx="0" cy="72130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Gerader Verbinder 47">
            <a:extLst>
              <a:ext uri="{FF2B5EF4-FFF2-40B4-BE49-F238E27FC236}">
                <a16:creationId xmlns:a16="http://schemas.microsoft.com/office/drawing/2014/main" id="{04CC01E5-362E-FA50-C887-E78BBF52E20A}"/>
              </a:ext>
            </a:extLst>
          </p:cNvPr>
          <p:cNvCxnSpPr>
            <a:cxnSpLocks/>
          </p:cNvCxnSpPr>
          <p:nvPr/>
        </p:nvCxnSpPr>
        <p:spPr>
          <a:xfrm>
            <a:off x="1693749" y="5753251"/>
            <a:ext cx="1525952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Freihandform: Form 50">
            <a:extLst>
              <a:ext uri="{FF2B5EF4-FFF2-40B4-BE49-F238E27FC236}">
                <a16:creationId xmlns:a16="http://schemas.microsoft.com/office/drawing/2014/main" id="{381B4ECE-324B-D57A-D663-BC0CB8BD4DC9}"/>
              </a:ext>
            </a:extLst>
          </p:cNvPr>
          <p:cNvSpPr/>
          <p:nvPr/>
        </p:nvSpPr>
        <p:spPr>
          <a:xfrm>
            <a:off x="4114655" y="2119453"/>
            <a:ext cx="1570182" cy="315580"/>
          </a:xfrm>
          <a:custGeom>
            <a:avLst/>
            <a:gdLst>
              <a:gd name="connsiteX0" fmla="*/ 0 w 1570182"/>
              <a:gd name="connsiteY0" fmla="*/ 223025 h 315580"/>
              <a:gd name="connsiteX1" fmla="*/ 563418 w 1570182"/>
              <a:gd name="connsiteY1" fmla="*/ 1353 h 315580"/>
              <a:gd name="connsiteX2" fmla="*/ 1062182 w 1570182"/>
              <a:gd name="connsiteY2" fmla="*/ 315389 h 315580"/>
              <a:gd name="connsiteX3" fmla="*/ 1570182 w 1570182"/>
              <a:gd name="connsiteY3" fmla="*/ 47534 h 315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570182" h="315580">
                <a:moveTo>
                  <a:pt x="0" y="223025"/>
                </a:moveTo>
                <a:cubicBezTo>
                  <a:pt x="193194" y="104492"/>
                  <a:pt x="386388" y="-14041"/>
                  <a:pt x="563418" y="1353"/>
                </a:cubicBezTo>
                <a:cubicBezTo>
                  <a:pt x="740448" y="16747"/>
                  <a:pt x="894388" y="307692"/>
                  <a:pt x="1062182" y="315389"/>
                </a:cubicBezTo>
                <a:cubicBezTo>
                  <a:pt x="1229976" y="323086"/>
                  <a:pt x="1479358" y="96795"/>
                  <a:pt x="1570182" y="47534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cxnSp>
        <p:nvCxnSpPr>
          <p:cNvPr id="53" name="Gerader Verbinder 52">
            <a:extLst>
              <a:ext uri="{FF2B5EF4-FFF2-40B4-BE49-F238E27FC236}">
                <a16:creationId xmlns:a16="http://schemas.microsoft.com/office/drawing/2014/main" id="{A3F92B09-3E3E-800E-2687-2C8A3CC5AD4C}"/>
              </a:ext>
            </a:extLst>
          </p:cNvPr>
          <p:cNvCxnSpPr/>
          <p:nvPr/>
        </p:nvCxnSpPr>
        <p:spPr>
          <a:xfrm>
            <a:off x="2422457" y="2119453"/>
            <a:ext cx="0" cy="32260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Gerader Verbinder 53">
            <a:extLst>
              <a:ext uri="{FF2B5EF4-FFF2-40B4-BE49-F238E27FC236}">
                <a16:creationId xmlns:a16="http://schemas.microsoft.com/office/drawing/2014/main" id="{335C1BAF-D0C2-5DC1-368A-EF99EAD97F90}"/>
              </a:ext>
            </a:extLst>
          </p:cNvPr>
          <p:cNvCxnSpPr>
            <a:cxnSpLocks/>
          </p:cNvCxnSpPr>
          <p:nvPr/>
        </p:nvCxnSpPr>
        <p:spPr>
          <a:xfrm>
            <a:off x="2713403" y="2293651"/>
            <a:ext cx="0" cy="16130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Gerader Verbinder 54">
            <a:extLst>
              <a:ext uri="{FF2B5EF4-FFF2-40B4-BE49-F238E27FC236}">
                <a16:creationId xmlns:a16="http://schemas.microsoft.com/office/drawing/2014/main" id="{B8D678E6-DB29-3046-CB34-A6D6B54BDE9B}"/>
              </a:ext>
            </a:extLst>
          </p:cNvPr>
          <p:cNvCxnSpPr>
            <a:cxnSpLocks/>
          </p:cNvCxnSpPr>
          <p:nvPr/>
        </p:nvCxnSpPr>
        <p:spPr>
          <a:xfrm>
            <a:off x="1983729" y="2119453"/>
            <a:ext cx="0" cy="17419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Gerader Verbinder 58">
            <a:extLst>
              <a:ext uri="{FF2B5EF4-FFF2-40B4-BE49-F238E27FC236}">
                <a16:creationId xmlns:a16="http://schemas.microsoft.com/office/drawing/2014/main" id="{DFC8753D-E0C6-8F41-B3E6-005C7395540F}"/>
              </a:ext>
            </a:extLst>
          </p:cNvPr>
          <p:cNvCxnSpPr/>
          <p:nvPr/>
        </p:nvCxnSpPr>
        <p:spPr>
          <a:xfrm>
            <a:off x="4223649" y="2798618"/>
            <a:ext cx="1299697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Gerader Verbinder 60">
            <a:extLst>
              <a:ext uri="{FF2B5EF4-FFF2-40B4-BE49-F238E27FC236}">
                <a16:creationId xmlns:a16="http://schemas.microsoft.com/office/drawing/2014/main" id="{4BAF46A5-B37E-D9A2-5253-382893530D17}"/>
              </a:ext>
            </a:extLst>
          </p:cNvPr>
          <p:cNvCxnSpPr>
            <a:cxnSpLocks/>
          </p:cNvCxnSpPr>
          <p:nvPr/>
        </p:nvCxnSpPr>
        <p:spPr>
          <a:xfrm flipV="1">
            <a:off x="4341091" y="2206552"/>
            <a:ext cx="0" cy="59206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Gerader Verbinder 62">
            <a:extLst>
              <a:ext uri="{FF2B5EF4-FFF2-40B4-BE49-F238E27FC236}">
                <a16:creationId xmlns:a16="http://schemas.microsoft.com/office/drawing/2014/main" id="{855097FF-ABDF-0A27-E8F8-20FAE8D046CB}"/>
              </a:ext>
            </a:extLst>
          </p:cNvPr>
          <p:cNvCxnSpPr>
            <a:cxnSpLocks/>
          </p:cNvCxnSpPr>
          <p:nvPr/>
        </p:nvCxnSpPr>
        <p:spPr>
          <a:xfrm flipV="1">
            <a:off x="4547517" y="2126477"/>
            <a:ext cx="0" cy="67214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Gerader Verbinder 64">
            <a:extLst>
              <a:ext uri="{FF2B5EF4-FFF2-40B4-BE49-F238E27FC236}">
                <a16:creationId xmlns:a16="http://schemas.microsoft.com/office/drawing/2014/main" id="{6D3DAC02-1EE0-007F-A055-16C74914B8B2}"/>
              </a:ext>
            </a:extLst>
          </p:cNvPr>
          <p:cNvCxnSpPr>
            <a:cxnSpLocks/>
          </p:cNvCxnSpPr>
          <p:nvPr/>
        </p:nvCxnSpPr>
        <p:spPr>
          <a:xfrm flipV="1">
            <a:off x="4736862" y="2118882"/>
            <a:ext cx="0" cy="67214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Gerader Verbinder 65">
            <a:extLst>
              <a:ext uri="{FF2B5EF4-FFF2-40B4-BE49-F238E27FC236}">
                <a16:creationId xmlns:a16="http://schemas.microsoft.com/office/drawing/2014/main" id="{DE931064-8177-8263-2B54-E3FC114E17BC}"/>
              </a:ext>
            </a:extLst>
          </p:cNvPr>
          <p:cNvCxnSpPr>
            <a:cxnSpLocks/>
          </p:cNvCxnSpPr>
          <p:nvPr/>
        </p:nvCxnSpPr>
        <p:spPr>
          <a:xfrm flipV="1">
            <a:off x="4921973" y="2277243"/>
            <a:ext cx="0" cy="50088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Gerader Verbinder 67">
            <a:extLst>
              <a:ext uri="{FF2B5EF4-FFF2-40B4-BE49-F238E27FC236}">
                <a16:creationId xmlns:a16="http://schemas.microsoft.com/office/drawing/2014/main" id="{A1BB96F2-72CE-320F-C048-3156390E08D9}"/>
              </a:ext>
            </a:extLst>
          </p:cNvPr>
          <p:cNvCxnSpPr>
            <a:cxnSpLocks/>
          </p:cNvCxnSpPr>
          <p:nvPr/>
        </p:nvCxnSpPr>
        <p:spPr>
          <a:xfrm flipV="1">
            <a:off x="5106693" y="2435033"/>
            <a:ext cx="0" cy="35599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Gerade Verbindung mit Pfeil 71">
            <a:extLst>
              <a:ext uri="{FF2B5EF4-FFF2-40B4-BE49-F238E27FC236}">
                <a16:creationId xmlns:a16="http://schemas.microsoft.com/office/drawing/2014/main" id="{A4A72294-4595-06E1-2BB3-575920A6130F}"/>
              </a:ext>
            </a:extLst>
          </p:cNvPr>
          <p:cNvCxnSpPr>
            <a:cxnSpLocks/>
          </p:cNvCxnSpPr>
          <p:nvPr/>
        </p:nvCxnSpPr>
        <p:spPr>
          <a:xfrm>
            <a:off x="4223649" y="2791023"/>
            <a:ext cx="117442" cy="7024"/>
          </a:xfrm>
          <a:prstGeom prst="straightConnector1">
            <a:avLst/>
          </a:prstGeom>
          <a:ln>
            <a:tailEnd type="triangle" w="lg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Gerade Verbindung mit Pfeil 73">
            <a:extLst>
              <a:ext uri="{FF2B5EF4-FFF2-40B4-BE49-F238E27FC236}">
                <a16:creationId xmlns:a16="http://schemas.microsoft.com/office/drawing/2014/main" id="{AEBC34B9-CCDC-0E79-B013-CA5F59348597}"/>
              </a:ext>
            </a:extLst>
          </p:cNvPr>
          <p:cNvCxnSpPr>
            <a:cxnSpLocks/>
          </p:cNvCxnSpPr>
          <p:nvPr/>
        </p:nvCxnSpPr>
        <p:spPr>
          <a:xfrm flipH="1">
            <a:off x="4525810" y="2788128"/>
            <a:ext cx="211052" cy="9919"/>
          </a:xfrm>
          <a:prstGeom prst="straightConnector1">
            <a:avLst/>
          </a:prstGeom>
          <a:ln>
            <a:tailEnd type="triangle" w="lg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Gerader Verbinder 79">
            <a:extLst>
              <a:ext uri="{FF2B5EF4-FFF2-40B4-BE49-F238E27FC236}">
                <a16:creationId xmlns:a16="http://schemas.microsoft.com/office/drawing/2014/main" id="{D6DBFFE2-4D0D-7948-519C-9995C9FA2EAE}"/>
              </a:ext>
            </a:extLst>
          </p:cNvPr>
          <p:cNvCxnSpPr>
            <a:cxnSpLocks/>
          </p:cNvCxnSpPr>
          <p:nvPr/>
        </p:nvCxnSpPr>
        <p:spPr>
          <a:xfrm>
            <a:off x="4728769" y="1530064"/>
            <a:ext cx="257856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Gerader Verbinder 82">
            <a:extLst>
              <a:ext uri="{FF2B5EF4-FFF2-40B4-BE49-F238E27FC236}">
                <a16:creationId xmlns:a16="http://schemas.microsoft.com/office/drawing/2014/main" id="{DE9E7A05-A7E2-DF3C-0811-62F7B85159A0}"/>
              </a:ext>
            </a:extLst>
          </p:cNvPr>
          <p:cNvCxnSpPr>
            <a:cxnSpLocks/>
          </p:cNvCxnSpPr>
          <p:nvPr/>
        </p:nvCxnSpPr>
        <p:spPr>
          <a:xfrm>
            <a:off x="5285690" y="1530064"/>
            <a:ext cx="341954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Gerader Verbinder 83">
            <a:extLst>
              <a:ext uri="{FF2B5EF4-FFF2-40B4-BE49-F238E27FC236}">
                <a16:creationId xmlns:a16="http://schemas.microsoft.com/office/drawing/2014/main" id="{CB5F3127-CB8F-C56F-18A9-B8BC8E5DC5E0}"/>
              </a:ext>
            </a:extLst>
          </p:cNvPr>
          <p:cNvCxnSpPr>
            <a:cxnSpLocks/>
          </p:cNvCxnSpPr>
          <p:nvPr/>
        </p:nvCxnSpPr>
        <p:spPr>
          <a:xfrm flipV="1">
            <a:off x="4986625" y="1360922"/>
            <a:ext cx="333581" cy="16914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Gerader Verbinder 86">
            <a:extLst>
              <a:ext uri="{FF2B5EF4-FFF2-40B4-BE49-F238E27FC236}">
                <a16:creationId xmlns:a16="http://schemas.microsoft.com/office/drawing/2014/main" id="{87C42D8C-28BB-2BC3-BCA8-6ACF1FBA62F3}"/>
              </a:ext>
            </a:extLst>
          </p:cNvPr>
          <p:cNvCxnSpPr>
            <a:cxnSpLocks/>
          </p:cNvCxnSpPr>
          <p:nvPr/>
        </p:nvCxnSpPr>
        <p:spPr>
          <a:xfrm flipV="1">
            <a:off x="5167847" y="1455739"/>
            <a:ext cx="0" cy="477261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Gerader Verbinder 89">
            <a:extLst>
              <a:ext uri="{FF2B5EF4-FFF2-40B4-BE49-F238E27FC236}">
                <a16:creationId xmlns:a16="http://schemas.microsoft.com/office/drawing/2014/main" id="{06E5D885-671B-B818-173F-F74616962A75}"/>
              </a:ext>
            </a:extLst>
          </p:cNvPr>
          <p:cNvCxnSpPr/>
          <p:nvPr/>
        </p:nvCxnSpPr>
        <p:spPr>
          <a:xfrm>
            <a:off x="6742757" y="2654302"/>
            <a:ext cx="1299697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Gerader Verbinder 90">
            <a:extLst>
              <a:ext uri="{FF2B5EF4-FFF2-40B4-BE49-F238E27FC236}">
                <a16:creationId xmlns:a16="http://schemas.microsoft.com/office/drawing/2014/main" id="{81F9697B-A081-E70F-E1FD-7E486A584CC8}"/>
              </a:ext>
            </a:extLst>
          </p:cNvPr>
          <p:cNvCxnSpPr>
            <a:cxnSpLocks/>
          </p:cNvCxnSpPr>
          <p:nvPr/>
        </p:nvCxnSpPr>
        <p:spPr>
          <a:xfrm flipV="1">
            <a:off x="6860199" y="2062236"/>
            <a:ext cx="0" cy="592066"/>
          </a:xfrm>
          <a:prstGeom prst="line">
            <a:avLst/>
          </a:prstGeom>
          <a:ln>
            <a:headEnd type="none"/>
            <a:tailEnd type="diamon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Gerader Verbinder 91">
            <a:extLst>
              <a:ext uri="{FF2B5EF4-FFF2-40B4-BE49-F238E27FC236}">
                <a16:creationId xmlns:a16="http://schemas.microsoft.com/office/drawing/2014/main" id="{0F128A2D-CC42-24CC-CA1D-C94C5C849E82}"/>
              </a:ext>
            </a:extLst>
          </p:cNvPr>
          <p:cNvCxnSpPr>
            <a:cxnSpLocks/>
          </p:cNvCxnSpPr>
          <p:nvPr/>
        </p:nvCxnSpPr>
        <p:spPr>
          <a:xfrm flipV="1">
            <a:off x="7066625" y="1982161"/>
            <a:ext cx="0" cy="672141"/>
          </a:xfrm>
          <a:prstGeom prst="line">
            <a:avLst/>
          </a:prstGeom>
          <a:ln>
            <a:tailEnd type="diamon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Gerader Verbinder 92">
            <a:extLst>
              <a:ext uri="{FF2B5EF4-FFF2-40B4-BE49-F238E27FC236}">
                <a16:creationId xmlns:a16="http://schemas.microsoft.com/office/drawing/2014/main" id="{B749C751-3B32-05B3-EA6B-6EB11BA1FFEE}"/>
              </a:ext>
            </a:extLst>
          </p:cNvPr>
          <p:cNvCxnSpPr>
            <a:cxnSpLocks/>
          </p:cNvCxnSpPr>
          <p:nvPr/>
        </p:nvCxnSpPr>
        <p:spPr>
          <a:xfrm flipV="1">
            <a:off x="7255970" y="1974566"/>
            <a:ext cx="0" cy="672141"/>
          </a:xfrm>
          <a:prstGeom prst="line">
            <a:avLst/>
          </a:prstGeom>
          <a:ln>
            <a:tailEnd type="diamon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Gerader Verbinder 93">
            <a:extLst>
              <a:ext uri="{FF2B5EF4-FFF2-40B4-BE49-F238E27FC236}">
                <a16:creationId xmlns:a16="http://schemas.microsoft.com/office/drawing/2014/main" id="{17CDB755-C579-F3BB-A49D-25460B1B7F01}"/>
              </a:ext>
            </a:extLst>
          </p:cNvPr>
          <p:cNvCxnSpPr>
            <a:cxnSpLocks/>
          </p:cNvCxnSpPr>
          <p:nvPr/>
        </p:nvCxnSpPr>
        <p:spPr>
          <a:xfrm flipV="1">
            <a:off x="7441081" y="2132927"/>
            <a:ext cx="0" cy="500884"/>
          </a:xfrm>
          <a:prstGeom prst="line">
            <a:avLst/>
          </a:prstGeom>
          <a:ln>
            <a:tailEnd type="diamon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Gerader Verbinder 94">
            <a:extLst>
              <a:ext uri="{FF2B5EF4-FFF2-40B4-BE49-F238E27FC236}">
                <a16:creationId xmlns:a16="http://schemas.microsoft.com/office/drawing/2014/main" id="{9E68691B-D4F4-1503-183A-DE4FF1B9EA1D}"/>
              </a:ext>
            </a:extLst>
          </p:cNvPr>
          <p:cNvCxnSpPr>
            <a:cxnSpLocks/>
          </p:cNvCxnSpPr>
          <p:nvPr/>
        </p:nvCxnSpPr>
        <p:spPr>
          <a:xfrm flipV="1">
            <a:off x="7625801" y="2290717"/>
            <a:ext cx="0" cy="355990"/>
          </a:xfrm>
          <a:prstGeom prst="line">
            <a:avLst/>
          </a:prstGeom>
          <a:ln>
            <a:tailEnd type="diamon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6" name="Textfeld 95">
            <a:extLst>
              <a:ext uri="{FF2B5EF4-FFF2-40B4-BE49-F238E27FC236}">
                <a16:creationId xmlns:a16="http://schemas.microsoft.com/office/drawing/2014/main" id="{8740F01C-AAE9-8B44-B36D-0F09E31EC4E9}"/>
              </a:ext>
            </a:extLst>
          </p:cNvPr>
          <p:cNvSpPr txBox="1"/>
          <p:nvPr/>
        </p:nvSpPr>
        <p:spPr>
          <a:xfrm>
            <a:off x="6860199" y="2923202"/>
            <a:ext cx="215706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AT" dirty="0">
                <a:solidFill>
                  <a:srgbClr val="FFC000"/>
                </a:solidFill>
              </a:rPr>
              <a:t>Digitale Daten als</a:t>
            </a:r>
            <a:br>
              <a:rPr lang="de-AT" dirty="0">
                <a:solidFill>
                  <a:srgbClr val="FFC000"/>
                </a:solidFill>
              </a:rPr>
            </a:br>
            <a:r>
              <a:rPr lang="de-AT" dirty="0">
                <a:solidFill>
                  <a:srgbClr val="FFC000"/>
                </a:solidFill>
              </a:rPr>
              <a:t>Momentaufnahmen</a:t>
            </a:r>
          </a:p>
        </p:txBody>
      </p:sp>
      <p:cxnSp>
        <p:nvCxnSpPr>
          <p:cNvPr id="97" name="Gerader Verbinder 96">
            <a:extLst>
              <a:ext uri="{FF2B5EF4-FFF2-40B4-BE49-F238E27FC236}">
                <a16:creationId xmlns:a16="http://schemas.microsoft.com/office/drawing/2014/main" id="{37BB970B-924B-DE9C-2171-CF7FF59488C7}"/>
              </a:ext>
            </a:extLst>
          </p:cNvPr>
          <p:cNvCxnSpPr>
            <a:cxnSpLocks/>
          </p:cNvCxnSpPr>
          <p:nvPr/>
        </p:nvCxnSpPr>
        <p:spPr>
          <a:xfrm>
            <a:off x="6611791" y="5031949"/>
            <a:ext cx="0" cy="72130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Gerader Verbinder 97">
            <a:extLst>
              <a:ext uri="{FF2B5EF4-FFF2-40B4-BE49-F238E27FC236}">
                <a16:creationId xmlns:a16="http://schemas.microsoft.com/office/drawing/2014/main" id="{94B3A489-AF32-709F-6BC9-151AF0699FF5}"/>
              </a:ext>
            </a:extLst>
          </p:cNvPr>
          <p:cNvCxnSpPr>
            <a:cxnSpLocks/>
          </p:cNvCxnSpPr>
          <p:nvPr/>
        </p:nvCxnSpPr>
        <p:spPr>
          <a:xfrm>
            <a:off x="6611791" y="5753251"/>
            <a:ext cx="1525952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Gerader Verbinder 109">
            <a:extLst>
              <a:ext uri="{FF2B5EF4-FFF2-40B4-BE49-F238E27FC236}">
                <a16:creationId xmlns:a16="http://schemas.microsoft.com/office/drawing/2014/main" id="{8D8D7DB7-713A-7638-39FF-974D9534809E}"/>
              </a:ext>
            </a:extLst>
          </p:cNvPr>
          <p:cNvCxnSpPr>
            <a:cxnSpLocks/>
          </p:cNvCxnSpPr>
          <p:nvPr/>
        </p:nvCxnSpPr>
        <p:spPr>
          <a:xfrm flipV="1">
            <a:off x="4673226" y="5300956"/>
            <a:ext cx="0" cy="452295"/>
          </a:xfrm>
          <a:prstGeom prst="line">
            <a:avLst/>
          </a:prstGeom>
          <a:ln>
            <a:headEnd type="none"/>
            <a:tailEnd type="diamon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Gerader Verbinder 110">
            <a:extLst>
              <a:ext uri="{FF2B5EF4-FFF2-40B4-BE49-F238E27FC236}">
                <a16:creationId xmlns:a16="http://schemas.microsoft.com/office/drawing/2014/main" id="{4E88B5E8-4ACD-482B-1D41-98477BFCFCFC}"/>
              </a:ext>
            </a:extLst>
          </p:cNvPr>
          <p:cNvCxnSpPr>
            <a:cxnSpLocks/>
          </p:cNvCxnSpPr>
          <p:nvPr/>
        </p:nvCxnSpPr>
        <p:spPr>
          <a:xfrm flipV="1">
            <a:off x="4879652" y="5231876"/>
            <a:ext cx="0" cy="521375"/>
          </a:xfrm>
          <a:prstGeom prst="line">
            <a:avLst/>
          </a:prstGeom>
          <a:ln>
            <a:tailEnd type="diamon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Gerader Verbinder 111">
            <a:extLst>
              <a:ext uri="{FF2B5EF4-FFF2-40B4-BE49-F238E27FC236}">
                <a16:creationId xmlns:a16="http://schemas.microsoft.com/office/drawing/2014/main" id="{876B5C03-17F3-F99B-11E9-ABC09DD3830C}"/>
              </a:ext>
            </a:extLst>
          </p:cNvPr>
          <p:cNvCxnSpPr>
            <a:cxnSpLocks/>
          </p:cNvCxnSpPr>
          <p:nvPr/>
        </p:nvCxnSpPr>
        <p:spPr>
          <a:xfrm flipV="1">
            <a:off x="5068997" y="5162411"/>
            <a:ext cx="0" cy="583245"/>
          </a:xfrm>
          <a:prstGeom prst="line">
            <a:avLst/>
          </a:prstGeom>
          <a:ln>
            <a:tailEnd type="diamon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Gerader Verbinder 112">
            <a:extLst>
              <a:ext uri="{FF2B5EF4-FFF2-40B4-BE49-F238E27FC236}">
                <a16:creationId xmlns:a16="http://schemas.microsoft.com/office/drawing/2014/main" id="{F3A23C14-BDE1-5DE9-69A6-B6A2A89D41AB}"/>
              </a:ext>
            </a:extLst>
          </p:cNvPr>
          <p:cNvCxnSpPr>
            <a:cxnSpLocks/>
          </p:cNvCxnSpPr>
          <p:nvPr/>
        </p:nvCxnSpPr>
        <p:spPr>
          <a:xfrm flipV="1">
            <a:off x="5254108" y="5231876"/>
            <a:ext cx="0" cy="500884"/>
          </a:xfrm>
          <a:prstGeom prst="line">
            <a:avLst/>
          </a:prstGeom>
          <a:ln>
            <a:tailEnd type="diamon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Gerader Verbinder 113">
            <a:extLst>
              <a:ext uri="{FF2B5EF4-FFF2-40B4-BE49-F238E27FC236}">
                <a16:creationId xmlns:a16="http://schemas.microsoft.com/office/drawing/2014/main" id="{A5F237A6-0EBF-9D25-2269-635F5C4AD770}"/>
              </a:ext>
            </a:extLst>
          </p:cNvPr>
          <p:cNvCxnSpPr>
            <a:cxnSpLocks/>
          </p:cNvCxnSpPr>
          <p:nvPr/>
        </p:nvCxnSpPr>
        <p:spPr>
          <a:xfrm flipV="1">
            <a:off x="5438828" y="5300956"/>
            <a:ext cx="0" cy="444700"/>
          </a:xfrm>
          <a:prstGeom prst="line">
            <a:avLst/>
          </a:prstGeom>
          <a:ln>
            <a:tailEnd type="diamon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5" name="Textfeld 114">
            <a:extLst>
              <a:ext uri="{FF2B5EF4-FFF2-40B4-BE49-F238E27FC236}">
                <a16:creationId xmlns:a16="http://schemas.microsoft.com/office/drawing/2014/main" id="{BDC441A9-6347-81A0-124B-8999AEFD1CF6}"/>
              </a:ext>
            </a:extLst>
          </p:cNvPr>
          <p:cNvSpPr txBox="1"/>
          <p:nvPr/>
        </p:nvSpPr>
        <p:spPr>
          <a:xfrm>
            <a:off x="6761686" y="5178663"/>
            <a:ext cx="14952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AT" dirty="0">
                <a:solidFill>
                  <a:srgbClr val="FFC000"/>
                </a:solidFill>
              </a:rPr>
              <a:t>Digitale Filter</a:t>
            </a:r>
          </a:p>
        </p:txBody>
      </p:sp>
      <p:sp>
        <p:nvSpPr>
          <p:cNvPr id="121" name="Freihandform: Form 120">
            <a:extLst>
              <a:ext uri="{FF2B5EF4-FFF2-40B4-BE49-F238E27FC236}">
                <a16:creationId xmlns:a16="http://schemas.microsoft.com/office/drawing/2014/main" id="{EDC5121A-4CFA-9D1B-2C17-F75F16B84021}"/>
              </a:ext>
            </a:extLst>
          </p:cNvPr>
          <p:cNvSpPr/>
          <p:nvPr/>
        </p:nvSpPr>
        <p:spPr>
          <a:xfrm>
            <a:off x="1693748" y="5163013"/>
            <a:ext cx="1354885" cy="297722"/>
          </a:xfrm>
          <a:custGeom>
            <a:avLst/>
            <a:gdLst>
              <a:gd name="connsiteX0" fmla="*/ 0 w 1376218"/>
              <a:gd name="connsiteY0" fmla="*/ 204616 h 297722"/>
              <a:gd name="connsiteX1" fmla="*/ 230909 w 1376218"/>
              <a:gd name="connsiteY1" fmla="*/ 287743 h 297722"/>
              <a:gd name="connsiteX2" fmla="*/ 803563 w 1376218"/>
              <a:gd name="connsiteY2" fmla="*/ 1416 h 297722"/>
              <a:gd name="connsiteX3" fmla="*/ 1376218 w 1376218"/>
              <a:gd name="connsiteY3" fmla="*/ 176907 h 2977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76218" h="297722">
                <a:moveTo>
                  <a:pt x="0" y="204616"/>
                </a:moveTo>
                <a:cubicBezTo>
                  <a:pt x="48491" y="263113"/>
                  <a:pt x="96982" y="321610"/>
                  <a:pt x="230909" y="287743"/>
                </a:cubicBezTo>
                <a:cubicBezTo>
                  <a:pt x="364836" y="253876"/>
                  <a:pt x="612678" y="19889"/>
                  <a:pt x="803563" y="1416"/>
                </a:cubicBezTo>
                <a:cubicBezTo>
                  <a:pt x="994448" y="-17057"/>
                  <a:pt x="1271539" y="150737"/>
                  <a:pt x="1376218" y="176907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127" name="Textfeld 126">
            <a:extLst>
              <a:ext uri="{FF2B5EF4-FFF2-40B4-BE49-F238E27FC236}">
                <a16:creationId xmlns:a16="http://schemas.microsoft.com/office/drawing/2014/main" id="{34F0B4C7-07EC-8F35-24B2-D4D2443EDD09}"/>
              </a:ext>
            </a:extLst>
          </p:cNvPr>
          <p:cNvSpPr txBox="1"/>
          <p:nvPr/>
        </p:nvSpPr>
        <p:spPr>
          <a:xfrm>
            <a:off x="1153932" y="1349472"/>
            <a:ext cx="9668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AT" dirty="0">
                <a:solidFill>
                  <a:schemeClr val="tx2">
                    <a:lumMod val="75000"/>
                    <a:lumOff val="25000"/>
                  </a:schemeClr>
                </a:solidFill>
              </a:rPr>
              <a:t>Eingang</a:t>
            </a:r>
          </a:p>
        </p:txBody>
      </p:sp>
      <p:sp>
        <p:nvSpPr>
          <p:cNvPr id="128" name="Textfeld 127">
            <a:extLst>
              <a:ext uri="{FF2B5EF4-FFF2-40B4-BE49-F238E27FC236}">
                <a16:creationId xmlns:a16="http://schemas.microsoft.com/office/drawing/2014/main" id="{89FE8A30-761D-FF76-402B-7274E4998ED7}"/>
              </a:ext>
            </a:extLst>
          </p:cNvPr>
          <p:cNvSpPr txBox="1"/>
          <p:nvPr/>
        </p:nvSpPr>
        <p:spPr>
          <a:xfrm>
            <a:off x="1264912" y="4331693"/>
            <a:ext cx="10341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AT" dirty="0">
                <a:solidFill>
                  <a:schemeClr val="tx2">
                    <a:lumMod val="75000"/>
                    <a:lumOff val="25000"/>
                  </a:schemeClr>
                </a:solidFill>
              </a:rPr>
              <a:t>Ausgang</a:t>
            </a:r>
          </a:p>
        </p:txBody>
      </p:sp>
      <p:cxnSp>
        <p:nvCxnSpPr>
          <p:cNvPr id="130" name="Gerade Verbindung mit Pfeil 129">
            <a:extLst>
              <a:ext uri="{FF2B5EF4-FFF2-40B4-BE49-F238E27FC236}">
                <a16:creationId xmlns:a16="http://schemas.microsoft.com/office/drawing/2014/main" id="{32B992B5-0726-893D-353D-FADC8B051A82}"/>
              </a:ext>
            </a:extLst>
          </p:cNvPr>
          <p:cNvCxnSpPr/>
          <p:nvPr/>
        </p:nvCxnSpPr>
        <p:spPr>
          <a:xfrm>
            <a:off x="1693748" y="5921810"/>
            <a:ext cx="33888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Gerader Verbinder 131">
            <a:extLst>
              <a:ext uri="{FF2B5EF4-FFF2-40B4-BE49-F238E27FC236}">
                <a16:creationId xmlns:a16="http://schemas.microsoft.com/office/drawing/2014/main" id="{7564DB19-D66F-835D-787A-CEA5DBE44C51}"/>
              </a:ext>
            </a:extLst>
          </p:cNvPr>
          <p:cNvCxnSpPr/>
          <p:nvPr/>
        </p:nvCxnSpPr>
        <p:spPr>
          <a:xfrm>
            <a:off x="2032634" y="5031949"/>
            <a:ext cx="0" cy="889861"/>
          </a:xfrm>
          <a:prstGeom prst="line">
            <a:avLst/>
          </a:prstGeom>
          <a:ln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3" name="Textfeld 132">
            <a:extLst>
              <a:ext uri="{FF2B5EF4-FFF2-40B4-BE49-F238E27FC236}">
                <a16:creationId xmlns:a16="http://schemas.microsoft.com/office/drawing/2014/main" id="{A8840C44-B522-6052-8584-8D4E9BA8F417}"/>
              </a:ext>
            </a:extLst>
          </p:cNvPr>
          <p:cNvSpPr txBox="1"/>
          <p:nvPr/>
        </p:nvSpPr>
        <p:spPr>
          <a:xfrm>
            <a:off x="1580328" y="5940666"/>
            <a:ext cx="11971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AT" dirty="0">
                <a:solidFill>
                  <a:schemeClr val="tx2">
                    <a:lumMod val="75000"/>
                    <a:lumOff val="25000"/>
                  </a:schemeClr>
                </a:solidFill>
              </a:rPr>
              <a:t>Latenzzeit</a:t>
            </a:r>
          </a:p>
        </p:txBody>
      </p:sp>
      <p:sp>
        <p:nvSpPr>
          <p:cNvPr id="134" name="Textfeld 133">
            <a:extLst>
              <a:ext uri="{FF2B5EF4-FFF2-40B4-BE49-F238E27FC236}">
                <a16:creationId xmlns:a16="http://schemas.microsoft.com/office/drawing/2014/main" id="{645062BF-BADB-1681-4CFE-B098216924E8}"/>
              </a:ext>
            </a:extLst>
          </p:cNvPr>
          <p:cNvSpPr txBox="1"/>
          <p:nvPr/>
        </p:nvSpPr>
        <p:spPr>
          <a:xfrm>
            <a:off x="3988869" y="2896561"/>
            <a:ext cx="14959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AT" dirty="0">
                <a:solidFill>
                  <a:schemeClr val="tx2">
                    <a:lumMod val="75000"/>
                    <a:lumOff val="25000"/>
                  </a:schemeClr>
                </a:solidFill>
              </a:rPr>
              <a:t>Sample-Time</a:t>
            </a:r>
          </a:p>
        </p:txBody>
      </p:sp>
      <p:sp>
        <p:nvSpPr>
          <p:cNvPr id="135" name="Textfeld 134">
            <a:extLst>
              <a:ext uri="{FF2B5EF4-FFF2-40B4-BE49-F238E27FC236}">
                <a16:creationId xmlns:a16="http://schemas.microsoft.com/office/drawing/2014/main" id="{1DD017CD-F331-FC5A-B31D-D861805E3981}"/>
              </a:ext>
            </a:extLst>
          </p:cNvPr>
          <p:cNvSpPr txBox="1"/>
          <p:nvPr/>
        </p:nvSpPr>
        <p:spPr>
          <a:xfrm>
            <a:off x="2485830" y="3154715"/>
            <a:ext cx="101867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AT" dirty="0">
                <a:solidFill>
                  <a:schemeClr val="tx2">
                    <a:lumMod val="75000"/>
                    <a:lumOff val="25000"/>
                  </a:schemeClr>
                </a:solidFill>
              </a:rPr>
              <a:t>Gegen </a:t>
            </a:r>
          </a:p>
          <a:p>
            <a:pPr algn="ctr"/>
            <a:r>
              <a:rPr lang="de-AT" dirty="0">
                <a:solidFill>
                  <a:schemeClr val="tx2">
                    <a:lumMod val="75000"/>
                    <a:lumOff val="25000"/>
                  </a:schemeClr>
                </a:solidFill>
              </a:rPr>
              <a:t>Glitches</a:t>
            </a:r>
          </a:p>
        </p:txBody>
      </p:sp>
      <p:sp>
        <p:nvSpPr>
          <p:cNvPr id="136" name="Textfeld 135">
            <a:extLst>
              <a:ext uri="{FF2B5EF4-FFF2-40B4-BE49-F238E27FC236}">
                <a16:creationId xmlns:a16="http://schemas.microsoft.com/office/drawing/2014/main" id="{1D0565C9-94B3-F831-E64E-78572D4C8600}"/>
              </a:ext>
            </a:extLst>
          </p:cNvPr>
          <p:cNvSpPr txBox="1"/>
          <p:nvPr/>
        </p:nvSpPr>
        <p:spPr>
          <a:xfrm>
            <a:off x="2391106" y="459480"/>
            <a:ext cx="9489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AT" dirty="0">
                <a:solidFill>
                  <a:schemeClr val="tx2">
                    <a:lumMod val="75000"/>
                    <a:lumOff val="25000"/>
                  </a:schemeClr>
                </a:solidFill>
              </a:rPr>
              <a:t>Nyquist</a:t>
            </a:r>
          </a:p>
        </p:txBody>
      </p:sp>
    </p:spTree>
    <p:extLst>
      <p:ext uri="{BB962C8B-B14F-4D97-AF65-F5344CB8AC3E}">
        <p14:creationId xmlns:p14="http://schemas.microsoft.com/office/powerpoint/2010/main" val="3412552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>
            <a:extLst>
              <a:ext uri="{FF2B5EF4-FFF2-40B4-BE49-F238E27FC236}">
                <a16:creationId xmlns:a16="http://schemas.microsoft.com/office/drawing/2014/main" id="{B8A52349-1B89-5B88-D4A9-22977794F3CF}"/>
              </a:ext>
            </a:extLst>
          </p:cNvPr>
          <p:cNvSpPr/>
          <p:nvPr/>
        </p:nvSpPr>
        <p:spPr>
          <a:xfrm>
            <a:off x="2103119" y="1170084"/>
            <a:ext cx="794027" cy="662338"/>
          </a:xfrm>
          <a:prstGeom prst="rect">
            <a:avLst/>
          </a:prstGeom>
          <a:ln w="3810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AT" sz="3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Z</a:t>
            </a:r>
            <a:r>
              <a:rPr lang="de-AT" sz="3200" baseline="30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-1</a:t>
            </a:r>
            <a:endParaRPr lang="de-AT" sz="3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57682F47-676F-25CB-CC4A-1E009BCF3189}"/>
              </a:ext>
            </a:extLst>
          </p:cNvPr>
          <p:cNvSpPr txBox="1"/>
          <p:nvPr/>
        </p:nvSpPr>
        <p:spPr>
          <a:xfrm>
            <a:off x="1175943" y="1307294"/>
            <a:ext cx="5741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AT" dirty="0"/>
              <a:t>X(n)</a:t>
            </a: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BC1BB8C1-2CD8-3AC8-D35A-C5326FE42D42}"/>
              </a:ext>
            </a:extLst>
          </p:cNvPr>
          <p:cNvSpPr txBox="1"/>
          <p:nvPr/>
        </p:nvSpPr>
        <p:spPr>
          <a:xfrm>
            <a:off x="3311774" y="1316587"/>
            <a:ext cx="7587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AT" dirty="0"/>
              <a:t>X(n-1)</a:t>
            </a:r>
          </a:p>
        </p:txBody>
      </p:sp>
      <p:cxnSp>
        <p:nvCxnSpPr>
          <p:cNvPr id="6" name="Gerade Verbindung mit Pfeil 5">
            <a:extLst>
              <a:ext uri="{FF2B5EF4-FFF2-40B4-BE49-F238E27FC236}">
                <a16:creationId xmlns:a16="http://schemas.microsoft.com/office/drawing/2014/main" id="{88E568F9-5EFB-05FF-BBE7-BBC53C1E6962}"/>
              </a:ext>
            </a:extLst>
          </p:cNvPr>
          <p:cNvCxnSpPr>
            <a:endCxn id="2" idx="1"/>
          </p:cNvCxnSpPr>
          <p:nvPr/>
        </p:nvCxnSpPr>
        <p:spPr>
          <a:xfrm>
            <a:off x="1783080" y="1501253"/>
            <a:ext cx="32003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Gerade Verbindung mit Pfeil 6">
            <a:extLst>
              <a:ext uri="{FF2B5EF4-FFF2-40B4-BE49-F238E27FC236}">
                <a16:creationId xmlns:a16="http://schemas.microsoft.com/office/drawing/2014/main" id="{99456D6E-BDE9-24DA-8E8C-707CFFB15E64}"/>
              </a:ext>
            </a:extLst>
          </p:cNvPr>
          <p:cNvCxnSpPr/>
          <p:nvPr/>
        </p:nvCxnSpPr>
        <p:spPr>
          <a:xfrm>
            <a:off x="2897146" y="1501253"/>
            <a:ext cx="32003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feld 7">
            <a:extLst>
              <a:ext uri="{FF2B5EF4-FFF2-40B4-BE49-F238E27FC236}">
                <a16:creationId xmlns:a16="http://schemas.microsoft.com/office/drawing/2014/main" id="{28543437-D70F-37CE-5C0B-A7909C4F27B1}"/>
              </a:ext>
            </a:extLst>
          </p:cNvPr>
          <p:cNvSpPr txBox="1"/>
          <p:nvPr/>
        </p:nvSpPr>
        <p:spPr>
          <a:xfrm>
            <a:off x="1175943" y="2721566"/>
            <a:ext cx="6547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AT" dirty="0"/>
              <a:t>X</a:t>
            </a:r>
            <a:r>
              <a:rPr lang="de-AT" baseline="-25000" dirty="0"/>
              <a:t>a</a:t>
            </a:r>
            <a:r>
              <a:rPr lang="de-AT" dirty="0"/>
              <a:t>(n)</a:t>
            </a: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F805271E-DD31-46E5-139A-03A040622097}"/>
              </a:ext>
            </a:extLst>
          </p:cNvPr>
          <p:cNvSpPr txBox="1"/>
          <p:nvPr/>
        </p:nvSpPr>
        <p:spPr>
          <a:xfrm>
            <a:off x="1175943" y="3397771"/>
            <a:ext cx="6607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AT" dirty="0"/>
              <a:t>X</a:t>
            </a:r>
            <a:r>
              <a:rPr lang="de-AT" baseline="-25000" dirty="0"/>
              <a:t>b</a:t>
            </a:r>
            <a:r>
              <a:rPr lang="de-AT" dirty="0"/>
              <a:t>(n)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Ellipse 9">
                <a:extLst>
                  <a:ext uri="{FF2B5EF4-FFF2-40B4-BE49-F238E27FC236}">
                    <a16:creationId xmlns:a16="http://schemas.microsoft.com/office/drawing/2014/main" id="{90C282B7-5AC1-F26E-34B5-B707CAB7B3ED}"/>
                  </a:ext>
                </a:extLst>
              </p:cNvPr>
              <p:cNvSpPr/>
              <p:nvPr/>
            </p:nvSpPr>
            <p:spPr>
              <a:xfrm>
                <a:off x="2086648" y="2904668"/>
                <a:ext cx="794027" cy="662338"/>
              </a:xfrm>
              <a:prstGeom prst="ellipse">
                <a:avLst/>
              </a:prstGeom>
              <a:ln w="38100"/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AT" sz="4000" b="1" i="1" smtClean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de-AT" sz="4000" b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</mc:Choice>
        <mc:Fallback>
          <p:sp>
            <p:nvSpPr>
              <p:cNvPr id="10" name="Ellipse 9">
                <a:extLst>
                  <a:ext uri="{FF2B5EF4-FFF2-40B4-BE49-F238E27FC236}">
                    <a16:creationId xmlns:a16="http://schemas.microsoft.com/office/drawing/2014/main" id="{90C282B7-5AC1-F26E-34B5-B707CAB7B3E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86648" y="2904668"/>
                <a:ext cx="794027" cy="662338"/>
              </a:xfrm>
              <a:prstGeom prst="ellipse">
                <a:avLst/>
              </a:prstGeom>
              <a:blipFill>
                <a:blip r:embed="rId2"/>
                <a:stretch>
                  <a:fillRect/>
                </a:stretch>
              </a:blipFill>
              <a:ln w="38100"/>
            </p:spPr>
            <p:txBody>
              <a:bodyPr/>
              <a:lstStyle/>
              <a:p>
                <a:r>
                  <a:rPr lang="de-AT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" name="Gerade Verbindung mit Pfeil 10">
            <a:extLst>
              <a:ext uri="{FF2B5EF4-FFF2-40B4-BE49-F238E27FC236}">
                <a16:creationId xmlns:a16="http://schemas.microsoft.com/office/drawing/2014/main" id="{C2C730EA-C2BD-9CAA-332E-F0CEF5253D45}"/>
              </a:ext>
            </a:extLst>
          </p:cNvPr>
          <p:cNvCxnSpPr>
            <a:cxnSpLocks/>
          </p:cNvCxnSpPr>
          <p:nvPr/>
        </p:nvCxnSpPr>
        <p:spPr>
          <a:xfrm>
            <a:off x="1830738" y="2913961"/>
            <a:ext cx="272381" cy="10355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Gerade Verbindung mit Pfeil 12">
            <a:extLst>
              <a:ext uri="{FF2B5EF4-FFF2-40B4-BE49-F238E27FC236}">
                <a16:creationId xmlns:a16="http://schemas.microsoft.com/office/drawing/2014/main" id="{9CF61880-2480-73F7-ADB2-01BE36B81509}"/>
              </a:ext>
            </a:extLst>
          </p:cNvPr>
          <p:cNvCxnSpPr>
            <a:cxnSpLocks/>
          </p:cNvCxnSpPr>
          <p:nvPr/>
        </p:nvCxnSpPr>
        <p:spPr>
          <a:xfrm flipV="1">
            <a:off x="1830738" y="3471149"/>
            <a:ext cx="272381" cy="11128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Gerade Verbindung mit Pfeil 14">
            <a:extLst>
              <a:ext uri="{FF2B5EF4-FFF2-40B4-BE49-F238E27FC236}">
                <a16:creationId xmlns:a16="http://schemas.microsoft.com/office/drawing/2014/main" id="{88CFCB99-A57B-70D2-F312-3D7AEBD53916}"/>
              </a:ext>
            </a:extLst>
          </p:cNvPr>
          <p:cNvCxnSpPr/>
          <p:nvPr/>
        </p:nvCxnSpPr>
        <p:spPr>
          <a:xfrm>
            <a:off x="2897146" y="3245130"/>
            <a:ext cx="32003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feld 16">
            <a:extLst>
              <a:ext uri="{FF2B5EF4-FFF2-40B4-BE49-F238E27FC236}">
                <a16:creationId xmlns:a16="http://schemas.microsoft.com/office/drawing/2014/main" id="{324FADB6-C294-109E-6153-64A92F04CB0B}"/>
              </a:ext>
            </a:extLst>
          </p:cNvPr>
          <p:cNvSpPr txBox="1"/>
          <p:nvPr/>
        </p:nvSpPr>
        <p:spPr>
          <a:xfrm>
            <a:off x="3311774" y="3090898"/>
            <a:ext cx="13472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AT" dirty="0"/>
              <a:t>X</a:t>
            </a:r>
            <a:r>
              <a:rPr lang="de-AT" baseline="-25000" dirty="0"/>
              <a:t>a</a:t>
            </a:r>
            <a:r>
              <a:rPr lang="de-AT" dirty="0"/>
              <a:t>(n) + X</a:t>
            </a:r>
            <a:r>
              <a:rPr lang="de-AT" baseline="-25000" dirty="0"/>
              <a:t>b</a:t>
            </a:r>
            <a:r>
              <a:rPr lang="de-AT" dirty="0"/>
              <a:t>(n)</a:t>
            </a:r>
          </a:p>
        </p:txBody>
      </p:sp>
      <p:sp>
        <p:nvSpPr>
          <p:cNvPr id="18" name="Textfeld 17">
            <a:extLst>
              <a:ext uri="{FF2B5EF4-FFF2-40B4-BE49-F238E27FC236}">
                <a16:creationId xmlns:a16="http://schemas.microsoft.com/office/drawing/2014/main" id="{80AFC8C1-7C12-C5C1-D0A8-487D9D32DF5A}"/>
              </a:ext>
            </a:extLst>
          </p:cNvPr>
          <p:cNvSpPr txBox="1"/>
          <p:nvPr/>
        </p:nvSpPr>
        <p:spPr>
          <a:xfrm>
            <a:off x="1169980" y="4196733"/>
            <a:ext cx="6547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AT" dirty="0"/>
              <a:t>X</a:t>
            </a:r>
            <a:r>
              <a:rPr lang="de-AT" baseline="-25000" dirty="0"/>
              <a:t>a</a:t>
            </a:r>
            <a:r>
              <a:rPr lang="de-AT" dirty="0"/>
              <a:t>(n)</a:t>
            </a:r>
          </a:p>
        </p:txBody>
      </p:sp>
      <p:sp>
        <p:nvSpPr>
          <p:cNvPr id="19" name="Textfeld 18">
            <a:extLst>
              <a:ext uri="{FF2B5EF4-FFF2-40B4-BE49-F238E27FC236}">
                <a16:creationId xmlns:a16="http://schemas.microsoft.com/office/drawing/2014/main" id="{A0F17E0E-DECE-3AED-ACDB-5ED00D57309E}"/>
              </a:ext>
            </a:extLst>
          </p:cNvPr>
          <p:cNvSpPr txBox="1"/>
          <p:nvPr/>
        </p:nvSpPr>
        <p:spPr>
          <a:xfrm>
            <a:off x="1169980" y="4872938"/>
            <a:ext cx="6607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AT" dirty="0"/>
              <a:t>X</a:t>
            </a:r>
            <a:r>
              <a:rPr lang="de-AT" baseline="-25000" dirty="0"/>
              <a:t>b</a:t>
            </a:r>
            <a:r>
              <a:rPr lang="de-AT" dirty="0"/>
              <a:t>(n)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0" name="Ellipse 19">
                <a:extLst>
                  <a:ext uri="{FF2B5EF4-FFF2-40B4-BE49-F238E27FC236}">
                    <a16:creationId xmlns:a16="http://schemas.microsoft.com/office/drawing/2014/main" id="{EB882957-C2AE-E173-089A-E4B63EE8D3A3}"/>
                  </a:ext>
                </a:extLst>
              </p:cNvPr>
              <p:cNvSpPr/>
              <p:nvPr/>
            </p:nvSpPr>
            <p:spPr>
              <a:xfrm>
                <a:off x="2097156" y="4389128"/>
                <a:ext cx="794027" cy="662338"/>
              </a:xfrm>
              <a:prstGeom prst="ellipse">
                <a:avLst/>
              </a:prstGeom>
              <a:ln w="38100"/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AT" sz="3200" b="1" i="1" smtClean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 panose="02040503050406030204" pitchFamily="18" charset="0"/>
                        </a:rPr>
                        <m:t>−</m:t>
                      </m:r>
                    </m:oMath>
                  </m:oMathPara>
                </a14:m>
                <a:endParaRPr lang="de-AT" sz="3200" b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</mc:Choice>
        <mc:Fallback>
          <p:sp>
            <p:nvSpPr>
              <p:cNvPr id="20" name="Ellipse 19">
                <a:extLst>
                  <a:ext uri="{FF2B5EF4-FFF2-40B4-BE49-F238E27FC236}">
                    <a16:creationId xmlns:a16="http://schemas.microsoft.com/office/drawing/2014/main" id="{EB882957-C2AE-E173-089A-E4B63EE8D3A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97156" y="4389128"/>
                <a:ext cx="794027" cy="662338"/>
              </a:xfrm>
              <a:prstGeom prst="ellipse">
                <a:avLst/>
              </a:prstGeom>
              <a:blipFill>
                <a:blip r:embed="rId3"/>
                <a:stretch>
                  <a:fillRect/>
                </a:stretch>
              </a:blipFill>
              <a:ln w="38100"/>
            </p:spPr>
            <p:txBody>
              <a:bodyPr/>
              <a:lstStyle/>
              <a:p>
                <a:r>
                  <a:rPr lang="de-AT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1" name="Gerade Verbindung mit Pfeil 20">
            <a:extLst>
              <a:ext uri="{FF2B5EF4-FFF2-40B4-BE49-F238E27FC236}">
                <a16:creationId xmlns:a16="http://schemas.microsoft.com/office/drawing/2014/main" id="{F1B995F5-C8BE-CD8D-CCA3-06A1F76DC690}"/>
              </a:ext>
            </a:extLst>
          </p:cNvPr>
          <p:cNvCxnSpPr>
            <a:cxnSpLocks/>
          </p:cNvCxnSpPr>
          <p:nvPr/>
        </p:nvCxnSpPr>
        <p:spPr>
          <a:xfrm>
            <a:off x="1824775" y="4389128"/>
            <a:ext cx="272381" cy="10355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Gerade Verbindung mit Pfeil 21">
            <a:extLst>
              <a:ext uri="{FF2B5EF4-FFF2-40B4-BE49-F238E27FC236}">
                <a16:creationId xmlns:a16="http://schemas.microsoft.com/office/drawing/2014/main" id="{7A1B7431-1DC3-C1C7-CF24-02CC777AA304}"/>
              </a:ext>
            </a:extLst>
          </p:cNvPr>
          <p:cNvCxnSpPr>
            <a:cxnSpLocks/>
          </p:cNvCxnSpPr>
          <p:nvPr/>
        </p:nvCxnSpPr>
        <p:spPr>
          <a:xfrm flipV="1">
            <a:off x="1824775" y="4946316"/>
            <a:ext cx="272381" cy="11128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Gerade Verbindung mit Pfeil 22">
            <a:extLst>
              <a:ext uri="{FF2B5EF4-FFF2-40B4-BE49-F238E27FC236}">
                <a16:creationId xmlns:a16="http://schemas.microsoft.com/office/drawing/2014/main" id="{57E941E5-F990-06E7-4513-8138AF77687D}"/>
              </a:ext>
            </a:extLst>
          </p:cNvPr>
          <p:cNvCxnSpPr/>
          <p:nvPr/>
        </p:nvCxnSpPr>
        <p:spPr>
          <a:xfrm>
            <a:off x="2891183" y="4720297"/>
            <a:ext cx="32003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feld 23">
            <a:extLst>
              <a:ext uri="{FF2B5EF4-FFF2-40B4-BE49-F238E27FC236}">
                <a16:creationId xmlns:a16="http://schemas.microsoft.com/office/drawing/2014/main" id="{B9E2A0E2-F2C9-088A-F371-0BD2AC2E0E34}"/>
              </a:ext>
            </a:extLst>
          </p:cNvPr>
          <p:cNvSpPr txBox="1"/>
          <p:nvPr/>
        </p:nvSpPr>
        <p:spPr>
          <a:xfrm>
            <a:off x="3305811" y="4566065"/>
            <a:ext cx="13024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AT" dirty="0"/>
              <a:t>X</a:t>
            </a:r>
            <a:r>
              <a:rPr lang="de-AT" baseline="-25000" dirty="0"/>
              <a:t>a</a:t>
            </a:r>
            <a:r>
              <a:rPr lang="de-AT" dirty="0"/>
              <a:t>(n) - X</a:t>
            </a:r>
            <a:r>
              <a:rPr lang="de-AT" baseline="-25000" dirty="0"/>
              <a:t>b</a:t>
            </a:r>
            <a:r>
              <a:rPr lang="de-AT" dirty="0"/>
              <a:t>(n)</a:t>
            </a:r>
          </a:p>
        </p:txBody>
      </p:sp>
      <p:sp>
        <p:nvSpPr>
          <p:cNvPr id="26" name="Textfeld 25">
            <a:extLst>
              <a:ext uri="{FF2B5EF4-FFF2-40B4-BE49-F238E27FC236}">
                <a16:creationId xmlns:a16="http://schemas.microsoft.com/office/drawing/2014/main" id="{BD609270-9816-FD70-B1B9-C460270290BE}"/>
              </a:ext>
            </a:extLst>
          </p:cNvPr>
          <p:cNvSpPr txBox="1"/>
          <p:nvPr/>
        </p:nvSpPr>
        <p:spPr>
          <a:xfrm>
            <a:off x="7294298" y="420782"/>
            <a:ext cx="6547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AT" dirty="0"/>
              <a:t>X</a:t>
            </a:r>
            <a:r>
              <a:rPr lang="de-AT" baseline="-25000" dirty="0"/>
              <a:t>a</a:t>
            </a:r>
            <a:r>
              <a:rPr lang="de-AT" dirty="0"/>
              <a:t>(n)</a:t>
            </a:r>
          </a:p>
        </p:txBody>
      </p:sp>
      <p:sp>
        <p:nvSpPr>
          <p:cNvPr id="27" name="Textfeld 26">
            <a:extLst>
              <a:ext uri="{FF2B5EF4-FFF2-40B4-BE49-F238E27FC236}">
                <a16:creationId xmlns:a16="http://schemas.microsoft.com/office/drawing/2014/main" id="{78E2ABA0-1C1C-744C-37EE-8B673396CDC1}"/>
              </a:ext>
            </a:extLst>
          </p:cNvPr>
          <p:cNvSpPr txBox="1"/>
          <p:nvPr/>
        </p:nvSpPr>
        <p:spPr>
          <a:xfrm>
            <a:off x="6220421" y="1286153"/>
            <a:ext cx="6607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AT" dirty="0"/>
              <a:t>X</a:t>
            </a:r>
            <a:r>
              <a:rPr lang="de-AT" baseline="-25000" dirty="0"/>
              <a:t>b</a:t>
            </a:r>
            <a:r>
              <a:rPr lang="de-AT" dirty="0"/>
              <a:t>(n)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8" name="Ellipse 27">
                <a:extLst>
                  <a:ext uri="{FF2B5EF4-FFF2-40B4-BE49-F238E27FC236}">
                    <a16:creationId xmlns:a16="http://schemas.microsoft.com/office/drawing/2014/main" id="{5852D072-E896-C4CC-9DAD-753171F42B57}"/>
                  </a:ext>
                </a:extLst>
              </p:cNvPr>
              <p:cNvSpPr/>
              <p:nvPr/>
            </p:nvSpPr>
            <p:spPr>
              <a:xfrm>
                <a:off x="7224683" y="1139650"/>
                <a:ext cx="794027" cy="662338"/>
              </a:xfrm>
              <a:prstGeom prst="ellipse">
                <a:avLst/>
              </a:prstGeom>
              <a:ln w="38100"/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AT" sz="2800" b="1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 panose="02040503050406030204" pitchFamily="18" charset="0"/>
                        </a:rPr>
                        <m:t>𝐗</m:t>
                      </m:r>
                    </m:oMath>
                  </m:oMathPara>
                </a14:m>
                <a:endParaRPr lang="de-AT" sz="2800" b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</mc:Choice>
        <mc:Fallback>
          <p:sp>
            <p:nvSpPr>
              <p:cNvPr id="28" name="Ellipse 27">
                <a:extLst>
                  <a:ext uri="{FF2B5EF4-FFF2-40B4-BE49-F238E27FC236}">
                    <a16:creationId xmlns:a16="http://schemas.microsoft.com/office/drawing/2014/main" id="{5852D072-E896-C4CC-9DAD-753171F42B5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24683" y="1139650"/>
                <a:ext cx="794027" cy="662338"/>
              </a:xfrm>
              <a:prstGeom prst="ellipse">
                <a:avLst/>
              </a:prstGeom>
              <a:blipFill>
                <a:blip r:embed="rId4"/>
                <a:stretch>
                  <a:fillRect/>
                </a:stretch>
              </a:blipFill>
              <a:ln w="38100"/>
            </p:spPr>
            <p:txBody>
              <a:bodyPr/>
              <a:lstStyle/>
              <a:p>
                <a:r>
                  <a:rPr lang="de-AT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9" name="Gerade Verbindung mit Pfeil 28">
            <a:extLst>
              <a:ext uri="{FF2B5EF4-FFF2-40B4-BE49-F238E27FC236}">
                <a16:creationId xmlns:a16="http://schemas.microsoft.com/office/drawing/2014/main" id="{46AA8631-372E-B3C2-C92C-5F06C05902DE}"/>
              </a:ext>
            </a:extLst>
          </p:cNvPr>
          <p:cNvCxnSpPr>
            <a:cxnSpLocks/>
          </p:cNvCxnSpPr>
          <p:nvPr/>
        </p:nvCxnSpPr>
        <p:spPr>
          <a:xfrm>
            <a:off x="7614305" y="809544"/>
            <a:ext cx="0" cy="33010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Gerade Verbindung mit Pfeil 29">
            <a:extLst>
              <a:ext uri="{FF2B5EF4-FFF2-40B4-BE49-F238E27FC236}">
                <a16:creationId xmlns:a16="http://schemas.microsoft.com/office/drawing/2014/main" id="{C9808491-64A0-FBC0-C4BD-90D4A253ECE6}"/>
              </a:ext>
            </a:extLst>
          </p:cNvPr>
          <p:cNvCxnSpPr>
            <a:cxnSpLocks/>
          </p:cNvCxnSpPr>
          <p:nvPr/>
        </p:nvCxnSpPr>
        <p:spPr>
          <a:xfrm>
            <a:off x="6881179" y="1470819"/>
            <a:ext cx="34946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Gerade Verbindung mit Pfeil 30">
            <a:extLst>
              <a:ext uri="{FF2B5EF4-FFF2-40B4-BE49-F238E27FC236}">
                <a16:creationId xmlns:a16="http://schemas.microsoft.com/office/drawing/2014/main" id="{B63383E6-B54C-0ACC-4CFF-8F143DE782A2}"/>
              </a:ext>
            </a:extLst>
          </p:cNvPr>
          <p:cNvCxnSpPr/>
          <p:nvPr/>
        </p:nvCxnSpPr>
        <p:spPr>
          <a:xfrm>
            <a:off x="8018710" y="1470819"/>
            <a:ext cx="32003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feld 31">
            <a:extLst>
              <a:ext uri="{FF2B5EF4-FFF2-40B4-BE49-F238E27FC236}">
                <a16:creationId xmlns:a16="http://schemas.microsoft.com/office/drawing/2014/main" id="{E78E78B5-7679-845E-4144-E11A9B157735}"/>
              </a:ext>
            </a:extLst>
          </p:cNvPr>
          <p:cNvSpPr txBox="1"/>
          <p:nvPr/>
        </p:nvSpPr>
        <p:spPr>
          <a:xfrm>
            <a:off x="8433338" y="1316587"/>
            <a:ext cx="13296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AT" dirty="0"/>
              <a:t>X</a:t>
            </a:r>
            <a:r>
              <a:rPr lang="de-AT" baseline="-25000" dirty="0"/>
              <a:t>a</a:t>
            </a:r>
            <a:r>
              <a:rPr lang="de-AT" dirty="0"/>
              <a:t>(n) * X</a:t>
            </a:r>
            <a:r>
              <a:rPr lang="de-AT" baseline="-25000" dirty="0"/>
              <a:t>b</a:t>
            </a:r>
            <a:r>
              <a:rPr lang="de-AT" dirty="0"/>
              <a:t>(n)</a:t>
            </a:r>
          </a:p>
        </p:txBody>
      </p:sp>
      <p:sp>
        <p:nvSpPr>
          <p:cNvPr id="36" name="Textfeld 35">
            <a:extLst>
              <a:ext uri="{FF2B5EF4-FFF2-40B4-BE49-F238E27FC236}">
                <a16:creationId xmlns:a16="http://schemas.microsoft.com/office/drawing/2014/main" id="{7113FC8B-8028-5EA3-8EF2-498422EDFA7F}"/>
              </a:ext>
            </a:extLst>
          </p:cNvPr>
          <p:cNvSpPr txBox="1"/>
          <p:nvPr/>
        </p:nvSpPr>
        <p:spPr>
          <a:xfrm>
            <a:off x="6297507" y="3051171"/>
            <a:ext cx="5741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AT" dirty="0"/>
              <a:t>X(n)</a:t>
            </a:r>
          </a:p>
        </p:txBody>
      </p:sp>
      <p:sp>
        <p:nvSpPr>
          <p:cNvPr id="37" name="Textfeld 36">
            <a:extLst>
              <a:ext uri="{FF2B5EF4-FFF2-40B4-BE49-F238E27FC236}">
                <a16:creationId xmlns:a16="http://schemas.microsoft.com/office/drawing/2014/main" id="{156D26CA-F9FE-5855-DDFE-AE2F5D0118BB}"/>
              </a:ext>
            </a:extLst>
          </p:cNvPr>
          <p:cNvSpPr txBox="1"/>
          <p:nvPr/>
        </p:nvSpPr>
        <p:spPr>
          <a:xfrm>
            <a:off x="8433338" y="3060464"/>
            <a:ext cx="9332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AT" dirty="0"/>
              <a:t>C * X(n)</a:t>
            </a:r>
          </a:p>
        </p:txBody>
      </p:sp>
      <p:cxnSp>
        <p:nvCxnSpPr>
          <p:cNvPr id="38" name="Gerade Verbindung mit Pfeil 37">
            <a:extLst>
              <a:ext uri="{FF2B5EF4-FFF2-40B4-BE49-F238E27FC236}">
                <a16:creationId xmlns:a16="http://schemas.microsoft.com/office/drawing/2014/main" id="{D80E37C6-9565-E3D1-12C8-5BB2262E8E63}"/>
              </a:ext>
            </a:extLst>
          </p:cNvPr>
          <p:cNvCxnSpPr>
            <a:cxnSpLocks/>
          </p:cNvCxnSpPr>
          <p:nvPr/>
        </p:nvCxnSpPr>
        <p:spPr>
          <a:xfrm>
            <a:off x="6904644" y="3245130"/>
            <a:ext cx="32003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Gerade Verbindung mit Pfeil 38">
            <a:extLst>
              <a:ext uri="{FF2B5EF4-FFF2-40B4-BE49-F238E27FC236}">
                <a16:creationId xmlns:a16="http://schemas.microsoft.com/office/drawing/2014/main" id="{917D82F3-2B05-14B2-D110-D3EFCA6F9AF1}"/>
              </a:ext>
            </a:extLst>
          </p:cNvPr>
          <p:cNvCxnSpPr/>
          <p:nvPr/>
        </p:nvCxnSpPr>
        <p:spPr>
          <a:xfrm>
            <a:off x="8018710" y="3245130"/>
            <a:ext cx="32003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Gleichschenkliges Dreieck 39">
            <a:extLst>
              <a:ext uri="{FF2B5EF4-FFF2-40B4-BE49-F238E27FC236}">
                <a16:creationId xmlns:a16="http://schemas.microsoft.com/office/drawing/2014/main" id="{40B798AE-5A27-576A-DC05-D2DE204723ED}"/>
              </a:ext>
            </a:extLst>
          </p:cNvPr>
          <p:cNvSpPr/>
          <p:nvPr/>
        </p:nvSpPr>
        <p:spPr>
          <a:xfrm rot="5400000">
            <a:off x="7122437" y="2869059"/>
            <a:ext cx="960947" cy="714935"/>
          </a:xfrm>
          <a:prstGeom prst="triangle">
            <a:avLst/>
          </a:prstGeom>
          <a:ln w="3810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AT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1" name="Textfeld 40">
                <a:extLst>
                  <a:ext uri="{FF2B5EF4-FFF2-40B4-BE49-F238E27FC236}">
                    <a16:creationId xmlns:a16="http://schemas.microsoft.com/office/drawing/2014/main" id="{C1FEABF1-66E9-B9AD-932A-FC7710D6409B}"/>
                  </a:ext>
                </a:extLst>
              </p:cNvPr>
              <p:cNvSpPr txBox="1"/>
              <p:nvPr/>
            </p:nvSpPr>
            <p:spPr>
              <a:xfrm>
                <a:off x="7384675" y="2453665"/>
                <a:ext cx="654795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AT" sz="3200" b="1" i="0" smtClean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 panose="02040503050406030204" pitchFamily="18" charset="0"/>
                        </a:rPr>
                        <m:t>𝐂</m:t>
                      </m:r>
                    </m:oMath>
                  </m:oMathPara>
                </a14:m>
                <a:endParaRPr lang="de-AT" sz="3200" b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</mc:Choice>
        <mc:Fallback>
          <p:sp>
            <p:nvSpPr>
              <p:cNvPr id="41" name="Textfeld 40">
                <a:extLst>
                  <a:ext uri="{FF2B5EF4-FFF2-40B4-BE49-F238E27FC236}">
                    <a16:creationId xmlns:a16="http://schemas.microsoft.com/office/drawing/2014/main" id="{C1FEABF1-66E9-B9AD-932A-FC7710D640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84675" y="2453665"/>
                <a:ext cx="654795" cy="58477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AT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718758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3" name="Gerader Verbinder 42">
            <a:extLst>
              <a:ext uri="{FF2B5EF4-FFF2-40B4-BE49-F238E27FC236}">
                <a16:creationId xmlns:a16="http://schemas.microsoft.com/office/drawing/2014/main" id="{56A64E32-41E3-915E-FFC5-8F6E0C7A6362}"/>
              </a:ext>
            </a:extLst>
          </p:cNvPr>
          <p:cNvCxnSpPr>
            <a:cxnSpLocks/>
          </p:cNvCxnSpPr>
          <p:nvPr/>
        </p:nvCxnSpPr>
        <p:spPr>
          <a:xfrm flipV="1">
            <a:off x="3595454" y="1913442"/>
            <a:ext cx="3759652" cy="461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Gerade Verbindung mit Pfeil 44">
            <a:extLst>
              <a:ext uri="{FF2B5EF4-FFF2-40B4-BE49-F238E27FC236}">
                <a16:creationId xmlns:a16="http://schemas.microsoft.com/office/drawing/2014/main" id="{509F41DC-D298-C197-502A-396C35B49B90}"/>
              </a:ext>
            </a:extLst>
          </p:cNvPr>
          <p:cNvCxnSpPr>
            <a:cxnSpLocks/>
          </p:cNvCxnSpPr>
          <p:nvPr/>
        </p:nvCxnSpPr>
        <p:spPr>
          <a:xfrm flipH="1">
            <a:off x="5687492" y="2680656"/>
            <a:ext cx="5711" cy="26263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Gerade Verbindung mit Pfeil 45">
            <a:extLst>
              <a:ext uri="{FF2B5EF4-FFF2-40B4-BE49-F238E27FC236}">
                <a16:creationId xmlns:a16="http://schemas.microsoft.com/office/drawing/2014/main" id="{7FEE45AD-227D-C61B-3629-5AB9ED5540A8}"/>
              </a:ext>
            </a:extLst>
          </p:cNvPr>
          <p:cNvCxnSpPr>
            <a:cxnSpLocks/>
          </p:cNvCxnSpPr>
          <p:nvPr/>
        </p:nvCxnSpPr>
        <p:spPr>
          <a:xfrm>
            <a:off x="4125223" y="1936299"/>
            <a:ext cx="1324" cy="100699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47" name="Ellipse 46">
                <a:extLst>
                  <a:ext uri="{FF2B5EF4-FFF2-40B4-BE49-F238E27FC236}">
                    <a16:creationId xmlns:a16="http://schemas.microsoft.com/office/drawing/2014/main" id="{B313525B-742D-FAA2-CC68-554845FACD57}"/>
                  </a:ext>
                </a:extLst>
              </p:cNvPr>
              <p:cNvSpPr/>
              <p:nvPr/>
            </p:nvSpPr>
            <p:spPr>
              <a:xfrm>
                <a:off x="3842604" y="2943289"/>
                <a:ext cx="567886" cy="514555"/>
              </a:xfrm>
              <a:prstGeom prst="ellipse">
                <a:avLst/>
              </a:prstGeom>
              <a:ln w="38100"/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AT" sz="2800" b="1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 panose="02040503050406030204" pitchFamily="18" charset="0"/>
                        </a:rPr>
                        <m:t>𝐗</m:t>
                      </m:r>
                    </m:oMath>
                  </m:oMathPara>
                </a14:m>
                <a:endParaRPr lang="de-AT" sz="2800" b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</mc:Choice>
        <mc:Fallback>
          <p:sp>
            <p:nvSpPr>
              <p:cNvPr id="47" name="Ellipse 46">
                <a:extLst>
                  <a:ext uri="{FF2B5EF4-FFF2-40B4-BE49-F238E27FC236}">
                    <a16:creationId xmlns:a16="http://schemas.microsoft.com/office/drawing/2014/main" id="{B313525B-742D-FAA2-CC68-554845FACD5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42604" y="2943289"/>
                <a:ext cx="567886" cy="514555"/>
              </a:xfrm>
              <a:prstGeom prst="ellipse">
                <a:avLst/>
              </a:prstGeom>
              <a:blipFill>
                <a:blip r:embed="rId2"/>
                <a:stretch>
                  <a:fillRect/>
                </a:stretch>
              </a:blipFill>
              <a:ln w="38100"/>
            </p:spPr>
            <p:txBody>
              <a:bodyPr/>
              <a:lstStyle/>
              <a:p>
                <a:r>
                  <a:rPr lang="de-A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8" name="Ellipse 47">
                <a:extLst>
                  <a:ext uri="{FF2B5EF4-FFF2-40B4-BE49-F238E27FC236}">
                    <a16:creationId xmlns:a16="http://schemas.microsoft.com/office/drawing/2014/main" id="{C5E383B8-5425-C578-1449-6D40A732D0C5}"/>
                  </a:ext>
                </a:extLst>
              </p:cNvPr>
              <p:cNvSpPr/>
              <p:nvPr/>
            </p:nvSpPr>
            <p:spPr>
              <a:xfrm>
                <a:off x="5403549" y="2943289"/>
                <a:ext cx="567886" cy="514555"/>
              </a:xfrm>
              <a:prstGeom prst="ellipse">
                <a:avLst/>
              </a:prstGeom>
              <a:ln w="38100"/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AT" sz="2800" b="1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 panose="02040503050406030204" pitchFamily="18" charset="0"/>
                        </a:rPr>
                        <m:t>𝐗</m:t>
                      </m:r>
                    </m:oMath>
                  </m:oMathPara>
                </a14:m>
                <a:endParaRPr lang="de-AT" sz="2800" b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</mc:Choice>
        <mc:Fallback>
          <p:sp>
            <p:nvSpPr>
              <p:cNvPr id="48" name="Ellipse 47">
                <a:extLst>
                  <a:ext uri="{FF2B5EF4-FFF2-40B4-BE49-F238E27FC236}">
                    <a16:creationId xmlns:a16="http://schemas.microsoft.com/office/drawing/2014/main" id="{C5E383B8-5425-C578-1449-6D40A732D0C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03549" y="2943289"/>
                <a:ext cx="567886" cy="514555"/>
              </a:xfrm>
              <a:prstGeom prst="ellipse">
                <a:avLst/>
              </a:prstGeom>
              <a:blipFill>
                <a:blip r:embed="rId3"/>
                <a:stretch>
                  <a:fillRect/>
                </a:stretch>
              </a:blipFill>
              <a:ln w="38100"/>
            </p:spPr>
            <p:txBody>
              <a:bodyPr/>
              <a:lstStyle/>
              <a:p>
                <a:r>
                  <a:rPr lang="de-A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9" name="Ellipse 48">
                <a:extLst>
                  <a:ext uri="{FF2B5EF4-FFF2-40B4-BE49-F238E27FC236}">
                    <a16:creationId xmlns:a16="http://schemas.microsoft.com/office/drawing/2014/main" id="{609D4AC5-5F57-73EB-F45C-BA9144D48B78}"/>
                  </a:ext>
                </a:extLst>
              </p:cNvPr>
              <p:cNvSpPr/>
              <p:nvPr/>
            </p:nvSpPr>
            <p:spPr>
              <a:xfrm>
                <a:off x="7084563" y="2943288"/>
                <a:ext cx="567886" cy="514555"/>
              </a:xfrm>
              <a:prstGeom prst="ellipse">
                <a:avLst/>
              </a:prstGeom>
              <a:ln w="38100"/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AT" sz="2800" b="1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 panose="02040503050406030204" pitchFamily="18" charset="0"/>
                        </a:rPr>
                        <m:t>𝐗</m:t>
                      </m:r>
                    </m:oMath>
                  </m:oMathPara>
                </a14:m>
                <a:endParaRPr lang="de-AT" sz="2800" b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</mc:Choice>
        <mc:Fallback>
          <p:sp>
            <p:nvSpPr>
              <p:cNvPr id="49" name="Ellipse 48">
                <a:extLst>
                  <a:ext uri="{FF2B5EF4-FFF2-40B4-BE49-F238E27FC236}">
                    <a16:creationId xmlns:a16="http://schemas.microsoft.com/office/drawing/2014/main" id="{609D4AC5-5F57-73EB-F45C-BA9144D48B7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84563" y="2943288"/>
                <a:ext cx="567886" cy="514555"/>
              </a:xfrm>
              <a:prstGeom prst="ellipse">
                <a:avLst/>
              </a:prstGeom>
              <a:blipFill>
                <a:blip r:embed="rId4"/>
                <a:stretch>
                  <a:fillRect/>
                </a:stretch>
              </a:blipFill>
              <a:ln w="38100"/>
            </p:spPr>
            <p:txBody>
              <a:bodyPr/>
              <a:lstStyle/>
              <a:p>
                <a:r>
                  <a:rPr lang="de-AT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0" name="Gerade Verbindung mit Pfeil 49">
            <a:extLst>
              <a:ext uri="{FF2B5EF4-FFF2-40B4-BE49-F238E27FC236}">
                <a16:creationId xmlns:a16="http://schemas.microsoft.com/office/drawing/2014/main" id="{C4E55204-6808-C4CB-CB7E-162E1A158F12}"/>
              </a:ext>
            </a:extLst>
          </p:cNvPr>
          <p:cNvCxnSpPr/>
          <p:nvPr/>
        </p:nvCxnSpPr>
        <p:spPr>
          <a:xfrm>
            <a:off x="7336182" y="3457843"/>
            <a:ext cx="0" cy="42487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Gerade Verbindung mit Pfeil 50">
            <a:extLst>
              <a:ext uri="{FF2B5EF4-FFF2-40B4-BE49-F238E27FC236}">
                <a16:creationId xmlns:a16="http://schemas.microsoft.com/office/drawing/2014/main" id="{9B5AA07E-AF00-45A9-3DE4-5C36E6BDA65E}"/>
              </a:ext>
            </a:extLst>
          </p:cNvPr>
          <p:cNvCxnSpPr/>
          <p:nvPr/>
        </p:nvCxnSpPr>
        <p:spPr>
          <a:xfrm>
            <a:off x="5687492" y="3457842"/>
            <a:ext cx="0" cy="42487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Gerade Verbindung mit Pfeil 51">
            <a:extLst>
              <a:ext uri="{FF2B5EF4-FFF2-40B4-BE49-F238E27FC236}">
                <a16:creationId xmlns:a16="http://schemas.microsoft.com/office/drawing/2014/main" id="{38C214EF-44B9-DA3A-B27C-43FCA4C4542E}"/>
              </a:ext>
            </a:extLst>
          </p:cNvPr>
          <p:cNvCxnSpPr>
            <a:cxnSpLocks/>
          </p:cNvCxnSpPr>
          <p:nvPr/>
        </p:nvCxnSpPr>
        <p:spPr>
          <a:xfrm>
            <a:off x="3558661" y="3200565"/>
            <a:ext cx="28394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Gerade Verbindung mit Pfeil 52">
            <a:extLst>
              <a:ext uri="{FF2B5EF4-FFF2-40B4-BE49-F238E27FC236}">
                <a16:creationId xmlns:a16="http://schemas.microsoft.com/office/drawing/2014/main" id="{1FA4685E-8201-A20A-CA46-04B0920D599F}"/>
              </a:ext>
            </a:extLst>
          </p:cNvPr>
          <p:cNvCxnSpPr>
            <a:cxnSpLocks/>
          </p:cNvCxnSpPr>
          <p:nvPr/>
        </p:nvCxnSpPr>
        <p:spPr>
          <a:xfrm>
            <a:off x="5128843" y="3213076"/>
            <a:ext cx="28394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Gerade Verbindung mit Pfeil 53">
            <a:extLst>
              <a:ext uri="{FF2B5EF4-FFF2-40B4-BE49-F238E27FC236}">
                <a16:creationId xmlns:a16="http://schemas.microsoft.com/office/drawing/2014/main" id="{B61E4588-8514-83F7-76A3-A91AED077253}"/>
              </a:ext>
            </a:extLst>
          </p:cNvPr>
          <p:cNvCxnSpPr>
            <a:cxnSpLocks/>
          </p:cNvCxnSpPr>
          <p:nvPr/>
        </p:nvCxnSpPr>
        <p:spPr>
          <a:xfrm>
            <a:off x="6800620" y="3213076"/>
            <a:ext cx="28394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Rechteck 54">
            <a:extLst>
              <a:ext uri="{FF2B5EF4-FFF2-40B4-BE49-F238E27FC236}">
                <a16:creationId xmlns:a16="http://schemas.microsoft.com/office/drawing/2014/main" id="{34644D28-8395-EB65-A381-BC838A5D0D82}"/>
              </a:ext>
            </a:extLst>
          </p:cNvPr>
          <p:cNvSpPr/>
          <p:nvPr/>
        </p:nvSpPr>
        <p:spPr>
          <a:xfrm>
            <a:off x="5403535" y="2186083"/>
            <a:ext cx="615766" cy="514556"/>
          </a:xfrm>
          <a:prstGeom prst="rect">
            <a:avLst/>
          </a:prstGeom>
          <a:ln w="3810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AT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Z</a:t>
            </a:r>
            <a:r>
              <a:rPr lang="de-AT" sz="2800" baseline="30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-1</a:t>
            </a:r>
            <a:endParaRPr lang="de-AT" sz="28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6" name="Rechteck 55">
            <a:extLst>
              <a:ext uri="{FF2B5EF4-FFF2-40B4-BE49-F238E27FC236}">
                <a16:creationId xmlns:a16="http://schemas.microsoft.com/office/drawing/2014/main" id="{7CB22DF9-1936-1FFD-D046-3BB7B3ED75F4}"/>
              </a:ext>
            </a:extLst>
          </p:cNvPr>
          <p:cNvSpPr/>
          <p:nvPr/>
        </p:nvSpPr>
        <p:spPr>
          <a:xfrm>
            <a:off x="7060503" y="2177428"/>
            <a:ext cx="615766" cy="514556"/>
          </a:xfrm>
          <a:prstGeom prst="rect">
            <a:avLst/>
          </a:prstGeom>
          <a:ln w="3810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AT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Z</a:t>
            </a:r>
            <a:r>
              <a:rPr lang="de-AT" sz="2800" baseline="30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-2</a:t>
            </a:r>
            <a:endParaRPr lang="de-AT" sz="28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cxnSp>
        <p:nvCxnSpPr>
          <p:cNvPr id="57" name="Gerader Verbinder 56">
            <a:extLst>
              <a:ext uri="{FF2B5EF4-FFF2-40B4-BE49-F238E27FC236}">
                <a16:creationId xmlns:a16="http://schemas.microsoft.com/office/drawing/2014/main" id="{6393CF3B-5426-5D49-9ABF-5AB99B216CC4}"/>
              </a:ext>
            </a:extLst>
          </p:cNvPr>
          <p:cNvCxnSpPr>
            <a:cxnSpLocks/>
            <a:stCxn id="47" idx="4"/>
          </p:cNvCxnSpPr>
          <p:nvPr/>
        </p:nvCxnSpPr>
        <p:spPr>
          <a:xfrm>
            <a:off x="4126547" y="3457844"/>
            <a:ext cx="7866" cy="67424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Gerade Verbindung mit Pfeil 57">
            <a:extLst>
              <a:ext uri="{FF2B5EF4-FFF2-40B4-BE49-F238E27FC236}">
                <a16:creationId xmlns:a16="http://schemas.microsoft.com/office/drawing/2014/main" id="{FCCFC9BC-0247-BC96-DBDF-521C6BFE8E19}"/>
              </a:ext>
            </a:extLst>
          </p:cNvPr>
          <p:cNvCxnSpPr>
            <a:cxnSpLocks/>
            <a:endCxn id="59" idx="2"/>
          </p:cNvCxnSpPr>
          <p:nvPr/>
        </p:nvCxnSpPr>
        <p:spPr>
          <a:xfrm>
            <a:off x="4134413" y="4122857"/>
            <a:ext cx="1299559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59" name="Ellipse 58">
                <a:extLst>
                  <a:ext uri="{FF2B5EF4-FFF2-40B4-BE49-F238E27FC236}">
                    <a16:creationId xmlns:a16="http://schemas.microsoft.com/office/drawing/2014/main" id="{5D017334-A15C-9642-830A-76B030158DF2}"/>
                  </a:ext>
                </a:extLst>
              </p:cNvPr>
              <p:cNvSpPr/>
              <p:nvPr/>
            </p:nvSpPr>
            <p:spPr>
              <a:xfrm>
                <a:off x="5433972" y="3899254"/>
                <a:ext cx="506930" cy="447207"/>
              </a:xfrm>
              <a:prstGeom prst="ellipse">
                <a:avLst/>
              </a:prstGeom>
              <a:ln w="38100"/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AT" sz="2400" b="1" i="1" smtClean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de-AT" sz="2400" b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</mc:Choice>
        <mc:Fallback>
          <p:sp>
            <p:nvSpPr>
              <p:cNvPr id="59" name="Ellipse 58">
                <a:extLst>
                  <a:ext uri="{FF2B5EF4-FFF2-40B4-BE49-F238E27FC236}">
                    <a16:creationId xmlns:a16="http://schemas.microsoft.com/office/drawing/2014/main" id="{5D017334-A15C-9642-830A-76B030158DF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33972" y="3899254"/>
                <a:ext cx="506930" cy="447207"/>
              </a:xfrm>
              <a:prstGeom prst="ellipse">
                <a:avLst/>
              </a:prstGeom>
              <a:blipFill>
                <a:blip r:embed="rId5"/>
                <a:stretch>
                  <a:fillRect/>
                </a:stretch>
              </a:blipFill>
              <a:ln w="38100"/>
            </p:spPr>
            <p:txBody>
              <a:bodyPr/>
              <a:lstStyle/>
              <a:p>
                <a:r>
                  <a:rPr lang="de-A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0" name="Ellipse 59">
                <a:extLst>
                  <a:ext uri="{FF2B5EF4-FFF2-40B4-BE49-F238E27FC236}">
                    <a16:creationId xmlns:a16="http://schemas.microsoft.com/office/drawing/2014/main" id="{D7B2D553-81E1-9D67-FFC4-DBC6349AC78F}"/>
                  </a:ext>
                </a:extLst>
              </p:cNvPr>
              <p:cNvSpPr/>
              <p:nvPr/>
            </p:nvSpPr>
            <p:spPr>
              <a:xfrm>
                <a:off x="7109763" y="3902766"/>
                <a:ext cx="506930" cy="447207"/>
              </a:xfrm>
              <a:prstGeom prst="ellipse">
                <a:avLst/>
              </a:prstGeom>
              <a:ln w="38100"/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AT" sz="2400" b="1" i="1" smtClean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de-AT" sz="2400" b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</mc:Choice>
        <mc:Fallback>
          <p:sp>
            <p:nvSpPr>
              <p:cNvPr id="60" name="Ellipse 59">
                <a:extLst>
                  <a:ext uri="{FF2B5EF4-FFF2-40B4-BE49-F238E27FC236}">
                    <a16:creationId xmlns:a16="http://schemas.microsoft.com/office/drawing/2014/main" id="{D7B2D553-81E1-9D67-FFC4-DBC6349AC78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09763" y="3902766"/>
                <a:ext cx="506930" cy="447207"/>
              </a:xfrm>
              <a:prstGeom prst="ellipse">
                <a:avLst/>
              </a:prstGeom>
              <a:blipFill>
                <a:blip r:embed="rId6"/>
                <a:stretch>
                  <a:fillRect/>
                </a:stretch>
              </a:blipFill>
              <a:ln w="38100"/>
            </p:spPr>
            <p:txBody>
              <a:bodyPr/>
              <a:lstStyle/>
              <a:p>
                <a:r>
                  <a:rPr lang="de-AT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2" name="Gerade Verbindung mit Pfeil 61">
            <a:extLst>
              <a:ext uri="{FF2B5EF4-FFF2-40B4-BE49-F238E27FC236}">
                <a16:creationId xmlns:a16="http://schemas.microsoft.com/office/drawing/2014/main" id="{9D5140BD-EC0C-E83F-EC12-912FE2DB5CEA}"/>
              </a:ext>
            </a:extLst>
          </p:cNvPr>
          <p:cNvCxnSpPr>
            <a:cxnSpLocks/>
            <a:endCxn id="60" idx="2"/>
          </p:cNvCxnSpPr>
          <p:nvPr/>
        </p:nvCxnSpPr>
        <p:spPr>
          <a:xfrm>
            <a:off x="5940902" y="4122857"/>
            <a:ext cx="1168861" cy="351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Gerade Verbindung mit Pfeil 63">
            <a:extLst>
              <a:ext uri="{FF2B5EF4-FFF2-40B4-BE49-F238E27FC236}">
                <a16:creationId xmlns:a16="http://schemas.microsoft.com/office/drawing/2014/main" id="{5AA1B738-A5A3-BF96-7C36-51C29697E7E5}"/>
              </a:ext>
            </a:extLst>
          </p:cNvPr>
          <p:cNvCxnSpPr>
            <a:cxnSpLocks/>
          </p:cNvCxnSpPr>
          <p:nvPr/>
        </p:nvCxnSpPr>
        <p:spPr>
          <a:xfrm>
            <a:off x="7616693" y="4132092"/>
            <a:ext cx="49534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Textfeld 64">
            <a:extLst>
              <a:ext uri="{FF2B5EF4-FFF2-40B4-BE49-F238E27FC236}">
                <a16:creationId xmlns:a16="http://schemas.microsoft.com/office/drawing/2014/main" id="{A52DC201-3341-F9DC-167F-507CFFF2C8B3}"/>
              </a:ext>
            </a:extLst>
          </p:cNvPr>
          <p:cNvSpPr txBox="1"/>
          <p:nvPr/>
        </p:nvSpPr>
        <p:spPr>
          <a:xfrm>
            <a:off x="3422121" y="2871451"/>
            <a:ext cx="4315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AT" dirty="0"/>
              <a:t>a0</a:t>
            </a:r>
          </a:p>
        </p:txBody>
      </p:sp>
      <p:sp>
        <p:nvSpPr>
          <p:cNvPr id="66" name="Textfeld 65">
            <a:extLst>
              <a:ext uri="{FF2B5EF4-FFF2-40B4-BE49-F238E27FC236}">
                <a16:creationId xmlns:a16="http://schemas.microsoft.com/office/drawing/2014/main" id="{1F79F9E3-BF73-DDB6-AD96-5C8551E57D51}"/>
              </a:ext>
            </a:extLst>
          </p:cNvPr>
          <p:cNvSpPr txBox="1"/>
          <p:nvPr/>
        </p:nvSpPr>
        <p:spPr>
          <a:xfrm>
            <a:off x="5015893" y="2871451"/>
            <a:ext cx="4315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AT" dirty="0"/>
              <a:t>a1</a:t>
            </a:r>
          </a:p>
        </p:txBody>
      </p:sp>
      <p:sp>
        <p:nvSpPr>
          <p:cNvPr id="67" name="Textfeld 66">
            <a:extLst>
              <a:ext uri="{FF2B5EF4-FFF2-40B4-BE49-F238E27FC236}">
                <a16:creationId xmlns:a16="http://schemas.microsoft.com/office/drawing/2014/main" id="{0F5E1EA6-D0F1-F4BE-F183-80BAC8AFDC29}"/>
              </a:ext>
            </a:extLst>
          </p:cNvPr>
          <p:cNvSpPr txBox="1"/>
          <p:nvPr/>
        </p:nvSpPr>
        <p:spPr>
          <a:xfrm>
            <a:off x="6702648" y="2858995"/>
            <a:ext cx="4315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AT" dirty="0"/>
              <a:t>a2</a:t>
            </a:r>
          </a:p>
        </p:txBody>
      </p:sp>
      <p:sp>
        <p:nvSpPr>
          <p:cNvPr id="68" name="Textfeld 67">
            <a:extLst>
              <a:ext uri="{FF2B5EF4-FFF2-40B4-BE49-F238E27FC236}">
                <a16:creationId xmlns:a16="http://schemas.microsoft.com/office/drawing/2014/main" id="{7520E04E-DAE8-75F2-12ED-8DA53257AD08}"/>
              </a:ext>
            </a:extLst>
          </p:cNvPr>
          <p:cNvSpPr txBox="1"/>
          <p:nvPr/>
        </p:nvSpPr>
        <p:spPr>
          <a:xfrm>
            <a:off x="3525827" y="1566967"/>
            <a:ext cx="5741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AT" dirty="0"/>
              <a:t>X(n)</a:t>
            </a:r>
          </a:p>
        </p:txBody>
      </p:sp>
      <p:cxnSp>
        <p:nvCxnSpPr>
          <p:cNvPr id="71" name="Gerade Verbindung mit Pfeil 70">
            <a:extLst>
              <a:ext uri="{FF2B5EF4-FFF2-40B4-BE49-F238E27FC236}">
                <a16:creationId xmlns:a16="http://schemas.microsoft.com/office/drawing/2014/main" id="{41699743-76CC-4081-71AA-48E81AAB2B82}"/>
              </a:ext>
            </a:extLst>
          </p:cNvPr>
          <p:cNvCxnSpPr>
            <a:cxnSpLocks/>
          </p:cNvCxnSpPr>
          <p:nvPr/>
        </p:nvCxnSpPr>
        <p:spPr>
          <a:xfrm flipH="1">
            <a:off x="7355671" y="2668308"/>
            <a:ext cx="5711" cy="26263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Gerade Verbindung mit Pfeil 72">
            <a:extLst>
              <a:ext uri="{FF2B5EF4-FFF2-40B4-BE49-F238E27FC236}">
                <a16:creationId xmlns:a16="http://schemas.microsoft.com/office/drawing/2014/main" id="{896C3919-FDDB-0D5E-B6DA-C08D4B675B42}"/>
              </a:ext>
            </a:extLst>
          </p:cNvPr>
          <p:cNvCxnSpPr>
            <a:cxnSpLocks/>
          </p:cNvCxnSpPr>
          <p:nvPr/>
        </p:nvCxnSpPr>
        <p:spPr>
          <a:xfrm>
            <a:off x="5706412" y="1918056"/>
            <a:ext cx="0" cy="28087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Gerade Verbindung mit Pfeil 74">
            <a:extLst>
              <a:ext uri="{FF2B5EF4-FFF2-40B4-BE49-F238E27FC236}">
                <a16:creationId xmlns:a16="http://schemas.microsoft.com/office/drawing/2014/main" id="{68E41AAE-F287-07FA-3A57-21FC275D35DD}"/>
              </a:ext>
            </a:extLst>
          </p:cNvPr>
          <p:cNvCxnSpPr>
            <a:cxnSpLocks/>
          </p:cNvCxnSpPr>
          <p:nvPr/>
        </p:nvCxnSpPr>
        <p:spPr>
          <a:xfrm>
            <a:off x="7355106" y="1913442"/>
            <a:ext cx="0" cy="28087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" name="Textfeld 79">
            <a:extLst>
              <a:ext uri="{FF2B5EF4-FFF2-40B4-BE49-F238E27FC236}">
                <a16:creationId xmlns:a16="http://schemas.microsoft.com/office/drawing/2014/main" id="{5B6192CD-6553-BCA2-9DBA-D71A9960DED7}"/>
              </a:ext>
            </a:extLst>
          </p:cNvPr>
          <p:cNvSpPr txBox="1"/>
          <p:nvPr/>
        </p:nvSpPr>
        <p:spPr>
          <a:xfrm>
            <a:off x="7676269" y="3771877"/>
            <a:ext cx="5709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AT" dirty="0"/>
              <a:t>Y(n)</a:t>
            </a:r>
          </a:p>
        </p:txBody>
      </p:sp>
    </p:spTree>
    <p:extLst>
      <p:ext uri="{BB962C8B-B14F-4D97-AF65-F5344CB8AC3E}">
        <p14:creationId xmlns:p14="http://schemas.microsoft.com/office/powerpoint/2010/main" val="15363973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62D4BE-2C92-031A-E15E-876D965157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3" name="Gerader Verbinder 42">
            <a:extLst>
              <a:ext uri="{FF2B5EF4-FFF2-40B4-BE49-F238E27FC236}">
                <a16:creationId xmlns:a16="http://schemas.microsoft.com/office/drawing/2014/main" id="{6A6DD6BF-0A71-DC35-69C0-9ACFCC73C469}"/>
              </a:ext>
            </a:extLst>
          </p:cNvPr>
          <p:cNvCxnSpPr>
            <a:cxnSpLocks/>
          </p:cNvCxnSpPr>
          <p:nvPr/>
        </p:nvCxnSpPr>
        <p:spPr>
          <a:xfrm flipV="1">
            <a:off x="3170583" y="1439676"/>
            <a:ext cx="3759652" cy="461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Gerade Verbindung mit Pfeil 44">
            <a:extLst>
              <a:ext uri="{FF2B5EF4-FFF2-40B4-BE49-F238E27FC236}">
                <a16:creationId xmlns:a16="http://schemas.microsoft.com/office/drawing/2014/main" id="{EF271254-69D1-1CD1-A08D-FCB6A0C99398}"/>
              </a:ext>
            </a:extLst>
          </p:cNvPr>
          <p:cNvCxnSpPr>
            <a:cxnSpLocks/>
          </p:cNvCxnSpPr>
          <p:nvPr/>
        </p:nvCxnSpPr>
        <p:spPr>
          <a:xfrm flipH="1">
            <a:off x="5262621" y="2206890"/>
            <a:ext cx="5711" cy="26263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Gerade Verbindung mit Pfeil 45">
            <a:extLst>
              <a:ext uri="{FF2B5EF4-FFF2-40B4-BE49-F238E27FC236}">
                <a16:creationId xmlns:a16="http://schemas.microsoft.com/office/drawing/2014/main" id="{998302EE-C4DF-40F3-9BBC-CD8FE060DBDA}"/>
              </a:ext>
            </a:extLst>
          </p:cNvPr>
          <p:cNvCxnSpPr>
            <a:cxnSpLocks/>
          </p:cNvCxnSpPr>
          <p:nvPr/>
        </p:nvCxnSpPr>
        <p:spPr>
          <a:xfrm>
            <a:off x="3700352" y="1462533"/>
            <a:ext cx="1324" cy="100699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47" name="Ellipse 46">
                <a:extLst>
                  <a:ext uri="{FF2B5EF4-FFF2-40B4-BE49-F238E27FC236}">
                    <a16:creationId xmlns:a16="http://schemas.microsoft.com/office/drawing/2014/main" id="{B786B4E7-4B16-D15C-3E37-0B3448A4664E}"/>
                  </a:ext>
                </a:extLst>
              </p:cNvPr>
              <p:cNvSpPr/>
              <p:nvPr/>
            </p:nvSpPr>
            <p:spPr>
              <a:xfrm>
                <a:off x="3417733" y="2469523"/>
                <a:ext cx="567886" cy="514555"/>
              </a:xfrm>
              <a:prstGeom prst="ellipse">
                <a:avLst/>
              </a:prstGeom>
              <a:ln w="38100"/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AT" sz="2800" b="1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 panose="02040503050406030204" pitchFamily="18" charset="0"/>
                        </a:rPr>
                        <m:t>𝐗</m:t>
                      </m:r>
                    </m:oMath>
                  </m:oMathPara>
                </a14:m>
                <a:endParaRPr lang="de-AT" sz="2800" b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</mc:Choice>
        <mc:Fallback>
          <p:sp>
            <p:nvSpPr>
              <p:cNvPr id="47" name="Ellipse 46">
                <a:extLst>
                  <a:ext uri="{FF2B5EF4-FFF2-40B4-BE49-F238E27FC236}">
                    <a16:creationId xmlns:a16="http://schemas.microsoft.com/office/drawing/2014/main" id="{B786B4E7-4B16-D15C-3E37-0B3448A4664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17733" y="2469523"/>
                <a:ext cx="567886" cy="514555"/>
              </a:xfrm>
              <a:prstGeom prst="ellipse">
                <a:avLst/>
              </a:prstGeom>
              <a:blipFill>
                <a:blip r:embed="rId2"/>
                <a:stretch>
                  <a:fillRect/>
                </a:stretch>
              </a:blipFill>
              <a:ln w="38100"/>
            </p:spPr>
            <p:txBody>
              <a:bodyPr/>
              <a:lstStyle/>
              <a:p>
                <a:r>
                  <a:rPr lang="de-A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8" name="Ellipse 47">
                <a:extLst>
                  <a:ext uri="{FF2B5EF4-FFF2-40B4-BE49-F238E27FC236}">
                    <a16:creationId xmlns:a16="http://schemas.microsoft.com/office/drawing/2014/main" id="{FF7CE3C4-C59F-E844-4DA9-35BE46169D28}"/>
                  </a:ext>
                </a:extLst>
              </p:cNvPr>
              <p:cNvSpPr/>
              <p:nvPr/>
            </p:nvSpPr>
            <p:spPr>
              <a:xfrm>
                <a:off x="4978678" y="2469523"/>
                <a:ext cx="567886" cy="514555"/>
              </a:xfrm>
              <a:prstGeom prst="ellipse">
                <a:avLst/>
              </a:prstGeom>
              <a:ln w="38100"/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AT" sz="2800" b="1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 panose="02040503050406030204" pitchFamily="18" charset="0"/>
                        </a:rPr>
                        <m:t>𝐗</m:t>
                      </m:r>
                    </m:oMath>
                  </m:oMathPara>
                </a14:m>
                <a:endParaRPr lang="de-AT" sz="2800" b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</mc:Choice>
        <mc:Fallback>
          <p:sp>
            <p:nvSpPr>
              <p:cNvPr id="48" name="Ellipse 47">
                <a:extLst>
                  <a:ext uri="{FF2B5EF4-FFF2-40B4-BE49-F238E27FC236}">
                    <a16:creationId xmlns:a16="http://schemas.microsoft.com/office/drawing/2014/main" id="{FF7CE3C4-C59F-E844-4DA9-35BE46169D2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78678" y="2469523"/>
                <a:ext cx="567886" cy="514555"/>
              </a:xfrm>
              <a:prstGeom prst="ellipse">
                <a:avLst/>
              </a:prstGeom>
              <a:blipFill>
                <a:blip r:embed="rId3"/>
                <a:stretch>
                  <a:fillRect/>
                </a:stretch>
              </a:blipFill>
              <a:ln w="38100"/>
            </p:spPr>
            <p:txBody>
              <a:bodyPr/>
              <a:lstStyle/>
              <a:p>
                <a:r>
                  <a:rPr lang="de-A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9" name="Ellipse 48">
                <a:extLst>
                  <a:ext uri="{FF2B5EF4-FFF2-40B4-BE49-F238E27FC236}">
                    <a16:creationId xmlns:a16="http://schemas.microsoft.com/office/drawing/2014/main" id="{F51E32BC-1A67-AD3C-4590-B798B5EC0270}"/>
                  </a:ext>
                </a:extLst>
              </p:cNvPr>
              <p:cNvSpPr/>
              <p:nvPr/>
            </p:nvSpPr>
            <p:spPr>
              <a:xfrm>
                <a:off x="6659692" y="2469522"/>
                <a:ext cx="567886" cy="514555"/>
              </a:xfrm>
              <a:prstGeom prst="ellipse">
                <a:avLst/>
              </a:prstGeom>
              <a:ln w="38100"/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AT" sz="2800" b="1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 panose="02040503050406030204" pitchFamily="18" charset="0"/>
                        </a:rPr>
                        <m:t>𝐗</m:t>
                      </m:r>
                    </m:oMath>
                  </m:oMathPara>
                </a14:m>
                <a:endParaRPr lang="de-AT" sz="2800" b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</mc:Choice>
        <mc:Fallback>
          <p:sp>
            <p:nvSpPr>
              <p:cNvPr id="49" name="Ellipse 48">
                <a:extLst>
                  <a:ext uri="{FF2B5EF4-FFF2-40B4-BE49-F238E27FC236}">
                    <a16:creationId xmlns:a16="http://schemas.microsoft.com/office/drawing/2014/main" id="{F51E32BC-1A67-AD3C-4590-B798B5EC027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59692" y="2469522"/>
                <a:ext cx="567886" cy="514555"/>
              </a:xfrm>
              <a:prstGeom prst="ellipse">
                <a:avLst/>
              </a:prstGeom>
              <a:blipFill>
                <a:blip r:embed="rId4"/>
                <a:stretch>
                  <a:fillRect/>
                </a:stretch>
              </a:blipFill>
              <a:ln w="38100"/>
            </p:spPr>
            <p:txBody>
              <a:bodyPr/>
              <a:lstStyle/>
              <a:p>
                <a:r>
                  <a:rPr lang="de-AT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0" name="Gerade Verbindung mit Pfeil 49">
            <a:extLst>
              <a:ext uri="{FF2B5EF4-FFF2-40B4-BE49-F238E27FC236}">
                <a16:creationId xmlns:a16="http://schemas.microsoft.com/office/drawing/2014/main" id="{78382CF2-EDDC-BEDF-3D1B-49BB52966E8D}"/>
              </a:ext>
            </a:extLst>
          </p:cNvPr>
          <p:cNvCxnSpPr/>
          <p:nvPr/>
        </p:nvCxnSpPr>
        <p:spPr>
          <a:xfrm>
            <a:off x="6911311" y="2984077"/>
            <a:ext cx="0" cy="42487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Gerade Verbindung mit Pfeil 50">
            <a:extLst>
              <a:ext uri="{FF2B5EF4-FFF2-40B4-BE49-F238E27FC236}">
                <a16:creationId xmlns:a16="http://schemas.microsoft.com/office/drawing/2014/main" id="{B4A49DED-957C-8B37-136D-4C866B7CE8E7}"/>
              </a:ext>
            </a:extLst>
          </p:cNvPr>
          <p:cNvCxnSpPr/>
          <p:nvPr/>
        </p:nvCxnSpPr>
        <p:spPr>
          <a:xfrm>
            <a:off x="5262621" y="2984076"/>
            <a:ext cx="0" cy="42487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Gerade Verbindung mit Pfeil 51">
            <a:extLst>
              <a:ext uri="{FF2B5EF4-FFF2-40B4-BE49-F238E27FC236}">
                <a16:creationId xmlns:a16="http://schemas.microsoft.com/office/drawing/2014/main" id="{994E1437-28F0-286D-AA76-A404778D60B3}"/>
              </a:ext>
            </a:extLst>
          </p:cNvPr>
          <p:cNvCxnSpPr>
            <a:cxnSpLocks/>
          </p:cNvCxnSpPr>
          <p:nvPr/>
        </p:nvCxnSpPr>
        <p:spPr>
          <a:xfrm>
            <a:off x="3133790" y="2726799"/>
            <a:ext cx="28394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Gerade Verbindung mit Pfeil 52">
            <a:extLst>
              <a:ext uri="{FF2B5EF4-FFF2-40B4-BE49-F238E27FC236}">
                <a16:creationId xmlns:a16="http://schemas.microsoft.com/office/drawing/2014/main" id="{BF4C4C95-8470-19B7-D388-7EE4AA45C942}"/>
              </a:ext>
            </a:extLst>
          </p:cNvPr>
          <p:cNvCxnSpPr>
            <a:cxnSpLocks/>
          </p:cNvCxnSpPr>
          <p:nvPr/>
        </p:nvCxnSpPr>
        <p:spPr>
          <a:xfrm>
            <a:off x="4703972" y="2739310"/>
            <a:ext cx="28394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Gerade Verbindung mit Pfeil 53">
            <a:extLst>
              <a:ext uri="{FF2B5EF4-FFF2-40B4-BE49-F238E27FC236}">
                <a16:creationId xmlns:a16="http://schemas.microsoft.com/office/drawing/2014/main" id="{65672D3B-6CA9-722B-26CC-F823789E8EFA}"/>
              </a:ext>
            </a:extLst>
          </p:cNvPr>
          <p:cNvCxnSpPr>
            <a:cxnSpLocks/>
          </p:cNvCxnSpPr>
          <p:nvPr/>
        </p:nvCxnSpPr>
        <p:spPr>
          <a:xfrm>
            <a:off x="6375749" y="2739310"/>
            <a:ext cx="28394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Rechteck 54">
            <a:extLst>
              <a:ext uri="{FF2B5EF4-FFF2-40B4-BE49-F238E27FC236}">
                <a16:creationId xmlns:a16="http://schemas.microsoft.com/office/drawing/2014/main" id="{4FD00BE1-C097-7B9D-FC6D-4DE37A803757}"/>
              </a:ext>
            </a:extLst>
          </p:cNvPr>
          <p:cNvSpPr/>
          <p:nvPr/>
        </p:nvSpPr>
        <p:spPr>
          <a:xfrm>
            <a:off x="4978664" y="1712317"/>
            <a:ext cx="615766" cy="514556"/>
          </a:xfrm>
          <a:prstGeom prst="rect">
            <a:avLst/>
          </a:prstGeom>
          <a:ln w="3810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AT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Z</a:t>
            </a:r>
            <a:r>
              <a:rPr lang="de-AT" sz="2800" baseline="30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-1</a:t>
            </a:r>
            <a:endParaRPr lang="de-AT" sz="28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6" name="Rechteck 55">
            <a:extLst>
              <a:ext uri="{FF2B5EF4-FFF2-40B4-BE49-F238E27FC236}">
                <a16:creationId xmlns:a16="http://schemas.microsoft.com/office/drawing/2014/main" id="{2BF09E11-8940-C4B2-064F-9B2568629EC9}"/>
              </a:ext>
            </a:extLst>
          </p:cNvPr>
          <p:cNvSpPr/>
          <p:nvPr/>
        </p:nvSpPr>
        <p:spPr>
          <a:xfrm>
            <a:off x="6635632" y="1703662"/>
            <a:ext cx="615766" cy="514556"/>
          </a:xfrm>
          <a:prstGeom prst="rect">
            <a:avLst/>
          </a:prstGeom>
          <a:ln w="3810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AT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Z</a:t>
            </a:r>
            <a:r>
              <a:rPr lang="de-AT" sz="2800" baseline="30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-2</a:t>
            </a:r>
            <a:endParaRPr lang="de-AT" sz="28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cxnSp>
        <p:nvCxnSpPr>
          <p:cNvPr id="57" name="Gerader Verbinder 56">
            <a:extLst>
              <a:ext uri="{FF2B5EF4-FFF2-40B4-BE49-F238E27FC236}">
                <a16:creationId xmlns:a16="http://schemas.microsoft.com/office/drawing/2014/main" id="{3FB479FB-8870-661D-60C8-DFA9AF5C1631}"/>
              </a:ext>
            </a:extLst>
          </p:cNvPr>
          <p:cNvCxnSpPr>
            <a:cxnSpLocks/>
            <a:stCxn id="47" idx="4"/>
          </p:cNvCxnSpPr>
          <p:nvPr/>
        </p:nvCxnSpPr>
        <p:spPr>
          <a:xfrm>
            <a:off x="3701676" y="2984078"/>
            <a:ext cx="7866" cy="67424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Gerade Verbindung mit Pfeil 57">
            <a:extLst>
              <a:ext uri="{FF2B5EF4-FFF2-40B4-BE49-F238E27FC236}">
                <a16:creationId xmlns:a16="http://schemas.microsoft.com/office/drawing/2014/main" id="{91719267-4246-B7FF-DED0-F64037D40793}"/>
              </a:ext>
            </a:extLst>
          </p:cNvPr>
          <p:cNvCxnSpPr>
            <a:cxnSpLocks/>
            <a:endCxn id="59" idx="2"/>
          </p:cNvCxnSpPr>
          <p:nvPr/>
        </p:nvCxnSpPr>
        <p:spPr>
          <a:xfrm>
            <a:off x="3709542" y="3649091"/>
            <a:ext cx="1299559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59" name="Ellipse 58">
                <a:extLst>
                  <a:ext uri="{FF2B5EF4-FFF2-40B4-BE49-F238E27FC236}">
                    <a16:creationId xmlns:a16="http://schemas.microsoft.com/office/drawing/2014/main" id="{DA8FC473-847D-1966-15A3-4AA92D2C73F9}"/>
                  </a:ext>
                </a:extLst>
              </p:cNvPr>
              <p:cNvSpPr/>
              <p:nvPr/>
            </p:nvSpPr>
            <p:spPr>
              <a:xfrm>
                <a:off x="5009101" y="3425488"/>
                <a:ext cx="506930" cy="447207"/>
              </a:xfrm>
              <a:prstGeom prst="ellipse">
                <a:avLst/>
              </a:prstGeom>
              <a:ln w="38100"/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AT" sz="2400" b="1" i="1" smtClean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de-AT" sz="2400" b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</mc:Choice>
        <mc:Fallback>
          <p:sp>
            <p:nvSpPr>
              <p:cNvPr id="59" name="Ellipse 58">
                <a:extLst>
                  <a:ext uri="{FF2B5EF4-FFF2-40B4-BE49-F238E27FC236}">
                    <a16:creationId xmlns:a16="http://schemas.microsoft.com/office/drawing/2014/main" id="{DA8FC473-847D-1966-15A3-4AA92D2C73F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09101" y="3425488"/>
                <a:ext cx="506930" cy="447207"/>
              </a:xfrm>
              <a:prstGeom prst="ellipse">
                <a:avLst/>
              </a:prstGeom>
              <a:blipFill>
                <a:blip r:embed="rId5"/>
                <a:stretch>
                  <a:fillRect/>
                </a:stretch>
              </a:blipFill>
              <a:ln w="38100"/>
            </p:spPr>
            <p:txBody>
              <a:bodyPr/>
              <a:lstStyle/>
              <a:p>
                <a:r>
                  <a:rPr lang="de-A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0" name="Ellipse 59">
                <a:extLst>
                  <a:ext uri="{FF2B5EF4-FFF2-40B4-BE49-F238E27FC236}">
                    <a16:creationId xmlns:a16="http://schemas.microsoft.com/office/drawing/2014/main" id="{8146B02A-1F80-4257-BEE5-2E041C5F7D9A}"/>
                  </a:ext>
                </a:extLst>
              </p:cNvPr>
              <p:cNvSpPr/>
              <p:nvPr/>
            </p:nvSpPr>
            <p:spPr>
              <a:xfrm>
                <a:off x="6684892" y="3429000"/>
                <a:ext cx="506930" cy="447207"/>
              </a:xfrm>
              <a:prstGeom prst="ellipse">
                <a:avLst/>
              </a:prstGeom>
              <a:ln w="38100"/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AT" sz="2400" b="1" i="1" smtClean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de-AT" sz="2400" b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</mc:Choice>
        <mc:Fallback>
          <p:sp>
            <p:nvSpPr>
              <p:cNvPr id="60" name="Ellipse 59">
                <a:extLst>
                  <a:ext uri="{FF2B5EF4-FFF2-40B4-BE49-F238E27FC236}">
                    <a16:creationId xmlns:a16="http://schemas.microsoft.com/office/drawing/2014/main" id="{8146B02A-1F80-4257-BEE5-2E041C5F7D9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84892" y="3429000"/>
                <a:ext cx="506930" cy="447207"/>
              </a:xfrm>
              <a:prstGeom prst="ellipse">
                <a:avLst/>
              </a:prstGeom>
              <a:blipFill>
                <a:blip r:embed="rId6"/>
                <a:stretch>
                  <a:fillRect/>
                </a:stretch>
              </a:blipFill>
              <a:ln w="38100"/>
            </p:spPr>
            <p:txBody>
              <a:bodyPr/>
              <a:lstStyle/>
              <a:p>
                <a:r>
                  <a:rPr lang="de-AT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2" name="Gerade Verbindung mit Pfeil 61">
            <a:extLst>
              <a:ext uri="{FF2B5EF4-FFF2-40B4-BE49-F238E27FC236}">
                <a16:creationId xmlns:a16="http://schemas.microsoft.com/office/drawing/2014/main" id="{77E9A30E-660D-E4DF-327E-AE340D684073}"/>
              </a:ext>
            </a:extLst>
          </p:cNvPr>
          <p:cNvCxnSpPr>
            <a:cxnSpLocks/>
            <a:endCxn id="60" idx="2"/>
          </p:cNvCxnSpPr>
          <p:nvPr/>
        </p:nvCxnSpPr>
        <p:spPr>
          <a:xfrm>
            <a:off x="5516031" y="3649091"/>
            <a:ext cx="1168861" cy="351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Gerade Verbindung mit Pfeil 63">
            <a:extLst>
              <a:ext uri="{FF2B5EF4-FFF2-40B4-BE49-F238E27FC236}">
                <a16:creationId xmlns:a16="http://schemas.microsoft.com/office/drawing/2014/main" id="{23208B68-10A9-A1D1-9B83-F2EC7B621277}"/>
              </a:ext>
            </a:extLst>
          </p:cNvPr>
          <p:cNvCxnSpPr>
            <a:cxnSpLocks/>
          </p:cNvCxnSpPr>
          <p:nvPr/>
        </p:nvCxnSpPr>
        <p:spPr>
          <a:xfrm>
            <a:off x="7191822" y="3658326"/>
            <a:ext cx="86228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Textfeld 64">
            <a:extLst>
              <a:ext uri="{FF2B5EF4-FFF2-40B4-BE49-F238E27FC236}">
                <a16:creationId xmlns:a16="http://schemas.microsoft.com/office/drawing/2014/main" id="{3E5BFD25-71F1-6E85-E1BB-16FCC50F0FC6}"/>
              </a:ext>
            </a:extLst>
          </p:cNvPr>
          <p:cNvSpPr txBox="1"/>
          <p:nvPr/>
        </p:nvSpPr>
        <p:spPr>
          <a:xfrm>
            <a:off x="2997250" y="2397685"/>
            <a:ext cx="4315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AT" dirty="0"/>
              <a:t>a0</a:t>
            </a:r>
          </a:p>
        </p:txBody>
      </p:sp>
      <p:sp>
        <p:nvSpPr>
          <p:cNvPr id="66" name="Textfeld 65">
            <a:extLst>
              <a:ext uri="{FF2B5EF4-FFF2-40B4-BE49-F238E27FC236}">
                <a16:creationId xmlns:a16="http://schemas.microsoft.com/office/drawing/2014/main" id="{771FAB02-BD6B-94D8-9DC7-D9139A1C3DAC}"/>
              </a:ext>
            </a:extLst>
          </p:cNvPr>
          <p:cNvSpPr txBox="1"/>
          <p:nvPr/>
        </p:nvSpPr>
        <p:spPr>
          <a:xfrm>
            <a:off x="4591022" y="2397685"/>
            <a:ext cx="4315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AT" dirty="0"/>
              <a:t>a1</a:t>
            </a:r>
          </a:p>
        </p:txBody>
      </p:sp>
      <p:sp>
        <p:nvSpPr>
          <p:cNvPr id="67" name="Textfeld 66">
            <a:extLst>
              <a:ext uri="{FF2B5EF4-FFF2-40B4-BE49-F238E27FC236}">
                <a16:creationId xmlns:a16="http://schemas.microsoft.com/office/drawing/2014/main" id="{458770FF-8DF8-D952-7B91-9BD890F9EF37}"/>
              </a:ext>
            </a:extLst>
          </p:cNvPr>
          <p:cNvSpPr txBox="1"/>
          <p:nvPr/>
        </p:nvSpPr>
        <p:spPr>
          <a:xfrm>
            <a:off x="6277777" y="2385229"/>
            <a:ext cx="4315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AT" dirty="0"/>
              <a:t>a2</a:t>
            </a:r>
          </a:p>
        </p:txBody>
      </p:sp>
      <p:sp>
        <p:nvSpPr>
          <p:cNvPr id="68" name="Textfeld 67">
            <a:extLst>
              <a:ext uri="{FF2B5EF4-FFF2-40B4-BE49-F238E27FC236}">
                <a16:creationId xmlns:a16="http://schemas.microsoft.com/office/drawing/2014/main" id="{F694494A-FD0D-204C-26D2-F32924EAFAD8}"/>
              </a:ext>
            </a:extLst>
          </p:cNvPr>
          <p:cNvSpPr txBox="1"/>
          <p:nvPr/>
        </p:nvSpPr>
        <p:spPr>
          <a:xfrm>
            <a:off x="3100956" y="1093201"/>
            <a:ext cx="5741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AT" dirty="0"/>
              <a:t>X(n)</a:t>
            </a:r>
          </a:p>
        </p:txBody>
      </p:sp>
      <p:cxnSp>
        <p:nvCxnSpPr>
          <p:cNvPr id="71" name="Gerade Verbindung mit Pfeil 70">
            <a:extLst>
              <a:ext uri="{FF2B5EF4-FFF2-40B4-BE49-F238E27FC236}">
                <a16:creationId xmlns:a16="http://schemas.microsoft.com/office/drawing/2014/main" id="{A544945D-2320-8AA7-0DCE-CEA56BF8C8CC}"/>
              </a:ext>
            </a:extLst>
          </p:cNvPr>
          <p:cNvCxnSpPr>
            <a:cxnSpLocks/>
          </p:cNvCxnSpPr>
          <p:nvPr/>
        </p:nvCxnSpPr>
        <p:spPr>
          <a:xfrm flipH="1">
            <a:off x="6930800" y="2194542"/>
            <a:ext cx="5711" cy="26263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Gerade Verbindung mit Pfeil 72">
            <a:extLst>
              <a:ext uri="{FF2B5EF4-FFF2-40B4-BE49-F238E27FC236}">
                <a16:creationId xmlns:a16="http://schemas.microsoft.com/office/drawing/2014/main" id="{1147F09F-7750-C944-A917-B22792E1F818}"/>
              </a:ext>
            </a:extLst>
          </p:cNvPr>
          <p:cNvCxnSpPr>
            <a:cxnSpLocks/>
          </p:cNvCxnSpPr>
          <p:nvPr/>
        </p:nvCxnSpPr>
        <p:spPr>
          <a:xfrm>
            <a:off x="5281541" y="1444290"/>
            <a:ext cx="0" cy="28087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Gerade Verbindung mit Pfeil 74">
            <a:extLst>
              <a:ext uri="{FF2B5EF4-FFF2-40B4-BE49-F238E27FC236}">
                <a16:creationId xmlns:a16="http://schemas.microsoft.com/office/drawing/2014/main" id="{2E6D513D-7E6B-E38C-DE43-8A8A091A8D06}"/>
              </a:ext>
            </a:extLst>
          </p:cNvPr>
          <p:cNvCxnSpPr>
            <a:cxnSpLocks/>
          </p:cNvCxnSpPr>
          <p:nvPr/>
        </p:nvCxnSpPr>
        <p:spPr>
          <a:xfrm>
            <a:off x="6930235" y="1439676"/>
            <a:ext cx="0" cy="28087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" name="Textfeld 79">
            <a:extLst>
              <a:ext uri="{FF2B5EF4-FFF2-40B4-BE49-F238E27FC236}">
                <a16:creationId xmlns:a16="http://schemas.microsoft.com/office/drawing/2014/main" id="{875F207B-A9D3-215A-8A62-1854D21BEB73}"/>
              </a:ext>
            </a:extLst>
          </p:cNvPr>
          <p:cNvSpPr txBox="1"/>
          <p:nvPr/>
        </p:nvSpPr>
        <p:spPr>
          <a:xfrm>
            <a:off x="7556179" y="3279759"/>
            <a:ext cx="5709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AT" dirty="0"/>
              <a:t>Y(n)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Ellipse 2">
                <a:extLst>
                  <a:ext uri="{FF2B5EF4-FFF2-40B4-BE49-F238E27FC236}">
                    <a16:creationId xmlns:a16="http://schemas.microsoft.com/office/drawing/2014/main" id="{E3A01F3D-F940-045B-E78B-346C6306E95D}"/>
                  </a:ext>
                </a:extLst>
              </p:cNvPr>
              <p:cNvSpPr/>
              <p:nvPr/>
            </p:nvSpPr>
            <p:spPr>
              <a:xfrm>
                <a:off x="4978664" y="4261073"/>
                <a:ext cx="567886" cy="514555"/>
              </a:xfrm>
              <a:prstGeom prst="ellipse">
                <a:avLst/>
              </a:prstGeom>
              <a:ln w="38100"/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AT" sz="2800" b="1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 panose="02040503050406030204" pitchFamily="18" charset="0"/>
                        </a:rPr>
                        <m:t>𝐗</m:t>
                      </m:r>
                    </m:oMath>
                  </m:oMathPara>
                </a14:m>
                <a:endParaRPr lang="de-AT" sz="2800" b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</mc:Choice>
        <mc:Fallback>
          <p:sp>
            <p:nvSpPr>
              <p:cNvPr id="3" name="Ellipse 2">
                <a:extLst>
                  <a:ext uri="{FF2B5EF4-FFF2-40B4-BE49-F238E27FC236}">
                    <a16:creationId xmlns:a16="http://schemas.microsoft.com/office/drawing/2014/main" id="{E3A01F3D-F940-045B-E78B-346C6306E95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78664" y="4261073"/>
                <a:ext cx="567886" cy="514555"/>
              </a:xfrm>
              <a:prstGeom prst="ellipse">
                <a:avLst/>
              </a:prstGeom>
              <a:blipFill>
                <a:blip r:embed="rId7"/>
                <a:stretch>
                  <a:fillRect/>
                </a:stretch>
              </a:blipFill>
              <a:ln w="38100"/>
            </p:spPr>
            <p:txBody>
              <a:bodyPr/>
              <a:lstStyle/>
              <a:p>
                <a:r>
                  <a:rPr lang="de-A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Ellipse 4">
                <a:extLst>
                  <a:ext uri="{FF2B5EF4-FFF2-40B4-BE49-F238E27FC236}">
                    <a16:creationId xmlns:a16="http://schemas.microsoft.com/office/drawing/2014/main" id="{7576EDA4-1801-FA15-BDDB-9EC14F24950E}"/>
                  </a:ext>
                </a:extLst>
              </p:cNvPr>
              <p:cNvSpPr/>
              <p:nvPr/>
            </p:nvSpPr>
            <p:spPr>
              <a:xfrm>
                <a:off x="6659678" y="4261072"/>
                <a:ext cx="567886" cy="514555"/>
              </a:xfrm>
              <a:prstGeom prst="ellipse">
                <a:avLst/>
              </a:prstGeom>
              <a:ln w="38100"/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AT" sz="2800" b="1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 panose="02040503050406030204" pitchFamily="18" charset="0"/>
                        </a:rPr>
                        <m:t>𝐗</m:t>
                      </m:r>
                    </m:oMath>
                  </m:oMathPara>
                </a14:m>
                <a:endParaRPr lang="de-AT" sz="2800" b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</mc:Choice>
        <mc:Fallback>
          <p:sp>
            <p:nvSpPr>
              <p:cNvPr id="5" name="Ellipse 4">
                <a:extLst>
                  <a:ext uri="{FF2B5EF4-FFF2-40B4-BE49-F238E27FC236}">
                    <a16:creationId xmlns:a16="http://schemas.microsoft.com/office/drawing/2014/main" id="{7576EDA4-1801-FA15-BDDB-9EC14F24950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59678" y="4261072"/>
                <a:ext cx="567886" cy="514555"/>
              </a:xfrm>
              <a:prstGeom prst="ellipse">
                <a:avLst/>
              </a:prstGeom>
              <a:blipFill>
                <a:blip r:embed="rId8"/>
                <a:stretch>
                  <a:fillRect/>
                </a:stretch>
              </a:blipFill>
              <a:ln w="38100"/>
            </p:spPr>
            <p:txBody>
              <a:bodyPr/>
              <a:lstStyle/>
              <a:p>
                <a:r>
                  <a:rPr lang="de-AT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" name="Gerade Verbindung mit Pfeil 6">
            <a:extLst>
              <a:ext uri="{FF2B5EF4-FFF2-40B4-BE49-F238E27FC236}">
                <a16:creationId xmlns:a16="http://schemas.microsoft.com/office/drawing/2014/main" id="{02FA7539-8A01-87F1-1E66-1E42B96AE5FB}"/>
              </a:ext>
            </a:extLst>
          </p:cNvPr>
          <p:cNvCxnSpPr>
            <a:cxnSpLocks/>
          </p:cNvCxnSpPr>
          <p:nvPr/>
        </p:nvCxnSpPr>
        <p:spPr>
          <a:xfrm>
            <a:off x="4703958" y="4530860"/>
            <a:ext cx="28394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Gerade Verbindung mit Pfeil 8">
            <a:extLst>
              <a:ext uri="{FF2B5EF4-FFF2-40B4-BE49-F238E27FC236}">
                <a16:creationId xmlns:a16="http://schemas.microsoft.com/office/drawing/2014/main" id="{89A69249-F67E-F2BF-170A-7B3B3FF0EE02}"/>
              </a:ext>
            </a:extLst>
          </p:cNvPr>
          <p:cNvCxnSpPr>
            <a:cxnSpLocks/>
          </p:cNvCxnSpPr>
          <p:nvPr/>
        </p:nvCxnSpPr>
        <p:spPr>
          <a:xfrm>
            <a:off x="6375735" y="4530860"/>
            <a:ext cx="28394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feld 9">
            <a:extLst>
              <a:ext uri="{FF2B5EF4-FFF2-40B4-BE49-F238E27FC236}">
                <a16:creationId xmlns:a16="http://schemas.microsoft.com/office/drawing/2014/main" id="{B132AD90-5858-C9AC-96A9-95C331856883}"/>
              </a:ext>
            </a:extLst>
          </p:cNvPr>
          <p:cNvSpPr txBox="1"/>
          <p:nvPr/>
        </p:nvSpPr>
        <p:spPr>
          <a:xfrm>
            <a:off x="4591008" y="4189235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AT" dirty="0"/>
              <a:t>b1</a:t>
            </a:r>
          </a:p>
        </p:txBody>
      </p:sp>
      <p:sp>
        <p:nvSpPr>
          <p:cNvPr id="19" name="Textfeld 18">
            <a:extLst>
              <a:ext uri="{FF2B5EF4-FFF2-40B4-BE49-F238E27FC236}">
                <a16:creationId xmlns:a16="http://schemas.microsoft.com/office/drawing/2014/main" id="{B697BFB6-34B5-7B2B-F108-D3D117483AB0}"/>
              </a:ext>
            </a:extLst>
          </p:cNvPr>
          <p:cNvSpPr txBox="1"/>
          <p:nvPr/>
        </p:nvSpPr>
        <p:spPr>
          <a:xfrm>
            <a:off x="6277763" y="4176779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AT" dirty="0"/>
              <a:t>b2</a:t>
            </a:r>
          </a:p>
        </p:txBody>
      </p:sp>
      <p:cxnSp>
        <p:nvCxnSpPr>
          <p:cNvPr id="20" name="Gerade Verbindung mit Pfeil 19">
            <a:extLst>
              <a:ext uri="{FF2B5EF4-FFF2-40B4-BE49-F238E27FC236}">
                <a16:creationId xmlns:a16="http://schemas.microsoft.com/office/drawing/2014/main" id="{9373A9B6-337B-9221-24A5-3224C266314A}"/>
              </a:ext>
            </a:extLst>
          </p:cNvPr>
          <p:cNvCxnSpPr>
            <a:cxnSpLocks/>
            <a:stCxn id="3" idx="0"/>
            <a:endCxn id="59" idx="4"/>
          </p:cNvCxnSpPr>
          <p:nvPr/>
        </p:nvCxnSpPr>
        <p:spPr>
          <a:xfrm flipH="1" flipV="1">
            <a:off x="5262566" y="3872695"/>
            <a:ext cx="41" cy="38837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Gerade Verbindung mit Pfeil 28">
            <a:extLst>
              <a:ext uri="{FF2B5EF4-FFF2-40B4-BE49-F238E27FC236}">
                <a16:creationId xmlns:a16="http://schemas.microsoft.com/office/drawing/2014/main" id="{A9F6EB34-DF1C-421B-29DF-7D71E7C97E99}"/>
              </a:ext>
            </a:extLst>
          </p:cNvPr>
          <p:cNvCxnSpPr>
            <a:cxnSpLocks/>
          </p:cNvCxnSpPr>
          <p:nvPr/>
        </p:nvCxnSpPr>
        <p:spPr>
          <a:xfrm flipH="1" flipV="1">
            <a:off x="6943905" y="3872952"/>
            <a:ext cx="41" cy="38837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Gerader Verbinder 36">
            <a:extLst>
              <a:ext uri="{FF2B5EF4-FFF2-40B4-BE49-F238E27FC236}">
                <a16:creationId xmlns:a16="http://schemas.microsoft.com/office/drawing/2014/main" id="{B21E021E-4EFE-C728-A608-54549AD07E12}"/>
              </a:ext>
            </a:extLst>
          </p:cNvPr>
          <p:cNvCxnSpPr>
            <a:cxnSpLocks/>
          </p:cNvCxnSpPr>
          <p:nvPr/>
        </p:nvCxnSpPr>
        <p:spPr>
          <a:xfrm>
            <a:off x="7722071" y="4628176"/>
            <a:ext cx="1370" cy="60036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Gerade Verbindung mit Pfeil 43">
            <a:extLst>
              <a:ext uri="{FF2B5EF4-FFF2-40B4-BE49-F238E27FC236}">
                <a16:creationId xmlns:a16="http://schemas.microsoft.com/office/drawing/2014/main" id="{06914FCA-5199-CD0E-5ECA-0E1D6B594140}"/>
              </a:ext>
            </a:extLst>
          </p:cNvPr>
          <p:cNvCxnSpPr>
            <a:cxnSpLocks/>
          </p:cNvCxnSpPr>
          <p:nvPr/>
        </p:nvCxnSpPr>
        <p:spPr>
          <a:xfrm flipH="1">
            <a:off x="6019876" y="5237776"/>
            <a:ext cx="170219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Gerade Verbindung mit Pfeil 75">
            <a:extLst>
              <a:ext uri="{FF2B5EF4-FFF2-40B4-BE49-F238E27FC236}">
                <a16:creationId xmlns:a16="http://schemas.microsoft.com/office/drawing/2014/main" id="{CDFD7737-E381-E6B3-3B5E-A079C67B275D}"/>
              </a:ext>
            </a:extLst>
          </p:cNvPr>
          <p:cNvCxnSpPr>
            <a:cxnSpLocks/>
          </p:cNvCxnSpPr>
          <p:nvPr/>
        </p:nvCxnSpPr>
        <p:spPr>
          <a:xfrm flipV="1">
            <a:off x="5281541" y="4770795"/>
            <a:ext cx="0" cy="46698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Gerade Verbindung mit Pfeil 77">
            <a:extLst>
              <a:ext uri="{FF2B5EF4-FFF2-40B4-BE49-F238E27FC236}">
                <a16:creationId xmlns:a16="http://schemas.microsoft.com/office/drawing/2014/main" id="{BED3E3FF-7142-2F20-EC61-FB3E08AFE3CE}"/>
              </a:ext>
            </a:extLst>
          </p:cNvPr>
          <p:cNvCxnSpPr>
            <a:cxnSpLocks/>
          </p:cNvCxnSpPr>
          <p:nvPr/>
        </p:nvCxnSpPr>
        <p:spPr>
          <a:xfrm flipV="1">
            <a:off x="6938357" y="4772831"/>
            <a:ext cx="0" cy="46698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Gerader Verbinder 80">
            <a:extLst>
              <a:ext uri="{FF2B5EF4-FFF2-40B4-BE49-F238E27FC236}">
                <a16:creationId xmlns:a16="http://schemas.microsoft.com/office/drawing/2014/main" id="{4BCEC12A-16FB-D0EC-4783-4349BF187633}"/>
              </a:ext>
            </a:extLst>
          </p:cNvPr>
          <p:cNvCxnSpPr>
            <a:cxnSpLocks/>
          </p:cNvCxnSpPr>
          <p:nvPr/>
        </p:nvCxnSpPr>
        <p:spPr>
          <a:xfrm flipH="1">
            <a:off x="5281541" y="5237776"/>
            <a:ext cx="738335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Gerade Verbindung mit Pfeil 83">
            <a:extLst>
              <a:ext uri="{FF2B5EF4-FFF2-40B4-BE49-F238E27FC236}">
                <a16:creationId xmlns:a16="http://schemas.microsoft.com/office/drawing/2014/main" id="{EB04A81A-1059-BD6E-9E46-39D501A03FB9}"/>
              </a:ext>
            </a:extLst>
          </p:cNvPr>
          <p:cNvCxnSpPr>
            <a:cxnSpLocks/>
          </p:cNvCxnSpPr>
          <p:nvPr/>
        </p:nvCxnSpPr>
        <p:spPr>
          <a:xfrm>
            <a:off x="7722071" y="3660981"/>
            <a:ext cx="0" cy="9651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342167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157</Words>
  <Application>Microsoft Office PowerPoint</Application>
  <PresentationFormat>Breitbild</PresentationFormat>
  <Paragraphs>63</Paragraphs>
  <Slides>4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4</vt:i4>
      </vt:variant>
    </vt:vector>
  </HeadingPairs>
  <TitlesOfParts>
    <vt:vector size="9" baseType="lpstr">
      <vt:lpstr>Aptos</vt:lpstr>
      <vt:lpstr>Aptos Display</vt:lpstr>
      <vt:lpstr>Arial</vt:lpstr>
      <vt:lpstr>Cambria Math</vt:lpstr>
      <vt:lpstr>Office</vt:lpstr>
      <vt:lpstr>PowerPoint-Präsentation</vt:lpstr>
      <vt:lpstr>PowerPoint-Präsentation</vt:lpstr>
      <vt:lpstr>PowerPoint-Präsentation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HLADIK, Oliver</dc:creator>
  <cp:lastModifiedBy>HLADIK, Oliver</cp:lastModifiedBy>
  <cp:revision>2</cp:revision>
  <cp:lastPrinted>2025-09-27T10:06:06Z</cp:lastPrinted>
  <dcterms:created xsi:type="dcterms:W3CDTF">2025-09-27T08:57:56Z</dcterms:created>
  <dcterms:modified xsi:type="dcterms:W3CDTF">2025-10-29T13:11:20Z</dcterms:modified>
</cp:coreProperties>
</file>